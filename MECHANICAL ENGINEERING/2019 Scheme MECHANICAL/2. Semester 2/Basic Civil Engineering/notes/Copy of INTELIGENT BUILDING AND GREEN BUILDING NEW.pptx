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8" r:id="rId4"/>
    <p:sldMasterId id="2147483709" r:id="rId5"/>
    <p:sldMasterId id="2147483710" r:id="rId6"/>
    <p:sldMasterId id="2147483711" r:id="rId7"/>
    <p:sldMasterId id="2147483712"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Lst>
  <p:sldSz cy="6858000" cx="9144000"/>
  <p:notesSz cx="6858000" cy="9144000"/>
  <p:embeddedFontLst>
    <p:embeddedFont>
      <p:font typeface="Century Schoolbook"/>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93C8678-DB29-47A9-9A68-DE1731B15676}">
  <a:tblStyle styleId="{793C8678-DB29-47A9-9A68-DE1731B1567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42" Type="http://schemas.openxmlformats.org/officeDocument/2006/relationships/slide" Target="slides/slide33.xml"/><Relationship Id="rId41" Type="http://schemas.openxmlformats.org/officeDocument/2006/relationships/slide" Target="slides/slide32.xml"/><Relationship Id="rId44" Type="http://schemas.openxmlformats.org/officeDocument/2006/relationships/slide" Target="slides/slide35.xml"/><Relationship Id="rId43" Type="http://schemas.openxmlformats.org/officeDocument/2006/relationships/slide" Target="slides/slide34.xml"/><Relationship Id="rId46" Type="http://schemas.openxmlformats.org/officeDocument/2006/relationships/slide" Target="slides/slide37.xml"/><Relationship Id="rId45" Type="http://schemas.openxmlformats.org/officeDocument/2006/relationships/slide" Target="slides/slide3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notesMaster" Target="notesMasters/notesMaster1.xml"/><Relationship Id="rId48" Type="http://schemas.openxmlformats.org/officeDocument/2006/relationships/slide" Target="slides/slide39.xml"/><Relationship Id="rId47" Type="http://schemas.openxmlformats.org/officeDocument/2006/relationships/slide" Target="slides/slide38.xml"/><Relationship Id="rId49" Type="http://schemas.openxmlformats.org/officeDocument/2006/relationships/slide" Target="slides/slide40.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22.xml"/><Relationship Id="rId30" Type="http://schemas.openxmlformats.org/officeDocument/2006/relationships/slide" Target="slides/slide21.xml"/><Relationship Id="rId33" Type="http://schemas.openxmlformats.org/officeDocument/2006/relationships/slide" Target="slides/slide24.xml"/><Relationship Id="rId32" Type="http://schemas.openxmlformats.org/officeDocument/2006/relationships/slide" Target="slides/slide23.xml"/><Relationship Id="rId35" Type="http://schemas.openxmlformats.org/officeDocument/2006/relationships/slide" Target="slides/slide26.xml"/><Relationship Id="rId34" Type="http://schemas.openxmlformats.org/officeDocument/2006/relationships/slide" Target="slides/slide25.xml"/><Relationship Id="rId37" Type="http://schemas.openxmlformats.org/officeDocument/2006/relationships/slide" Target="slides/slide28.xml"/><Relationship Id="rId36" Type="http://schemas.openxmlformats.org/officeDocument/2006/relationships/slide" Target="slides/slide27.xml"/><Relationship Id="rId39" Type="http://schemas.openxmlformats.org/officeDocument/2006/relationships/slide" Target="slides/slide30.xml"/><Relationship Id="rId38" Type="http://schemas.openxmlformats.org/officeDocument/2006/relationships/slide" Target="slides/slide29.xml"/><Relationship Id="rId20" Type="http://schemas.openxmlformats.org/officeDocument/2006/relationships/slide" Target="slides/slide11.xml"/><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26" Type="http://schemas.openxmlformats.org/officeDocument/2006/relationships/slide" Target="slides/slide17.xml"/><Relationship Id="rId25" Type="http://schemas.openxmlformats.org/officeDocument/2006/relationships/slide" Target="slides/slide16.xml"/><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51" Type="http://schemas.openxmlformats.org/officeDocument/2006/relationships/slide" Target="slides/slide42.xml"/><Relationship Id="rId50" Type="http://schemas.openxmlformats.org/officeDocument/2006/relationships/slide" Target="slides/slide41.xml"/><Relationship Id="rId53" Type="http://schemas.openxmlformats.org/officeDocument/2006/relationships/slide" Target="slides/slide44.xml"/><Relationship Id="rId52" Type="http://schemas.openxmlformats.org/officeDocument/2006/relationships/slide" Target="slides/slide43.xml"/><Relationship Id="rId11" Type="http://schemas.openxmlformats.org/officeDocument/2006/relationships/slide" Target="slides/slide2.xml"/><Relationship Id="rId55" Type="http://schemas.openxmlformats.org/officeDocument/2006/relationships/font" Target="fonts/CenturySchoolbook-bold.fntdata"/><Relationship Id="rId10" Type="http://schemas.openxmlformats.org/officeDocument/2006/relationships/slide" Target="slides/slide1.xml"/><Relationship Id="rId54" Type="http://schemas.openxmlformats.org/officeDocument/2006/relationships/font" Target="fonts/CenturySchoolbook-regular.fntdata"/><Relationship Id="rId13" Type="http://schemas.openxmlformats.org/officeDocument/2006/relationships/slide" Target="slides/slide4.xml"/><Relationship Id="rId57" Type="http://schemas.openxmlformats.org/officeDocument/2006/relationships/font" Target="fonts/CenturySchoolbook-boldItalic.fntdata"/><Relationship Id="rId12" Type="http://schemas.openxmlformats.org/officeDocument/2006/relationships/slide" Target="slides/slide3.xml"/><Relationship Id="rId56" Type="http://schemas.openxmlformats.org/officeDocument/2006/relationships/font" Target="fonts/CenturySchoolbook-italic.fntdata"/><Relationship Id="rId15" Type="http://schemas.openxmlformats.org/officeDocument/2006/relationships/slide" Target="slides/slide6.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292" name="Google Shape;292;p1:notes"/>
          <p:cNvSpPr/>
          <p:nvPr>
            <p:ph idx="2" type="sldImg"/>
          </p:nvPr>
        </p:nvSpPr>
        <p:spPr>
          <a:xfrm>
            <a:off x="1108080" y="812880"/>
            <a:ext cx="53434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3" name="Google Shape;293;p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299" name="Google Shape;299;p2:notes"/>
          <p:cNvSpPr/>
          <p:nvPr>
            <p:ph idx="2" type="sldImg"/>
          </p:nvPr>
        </p:nvSpPr>
        <p:spPr>
          <a:xfrm>
            <a:off x="1108080" y="812880"/>
            <a:ext cx="53434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0" name="Google Shape;300;p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3: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06" name="Google Shape;306;p3: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7" name="Google Shape;307;p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4: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13" name="Google Shape;313;p4: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p4: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5: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20" name="Google Shape;320;p5: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1" name="Google Shape;321;p5: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6: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27" name="Google Shape;327;p6: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8" name="Google Shape;328;p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34" name="Google Shape;334;p7: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5" name="Google Shape;335;p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41" name="Google Shape;341;p8: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2" name="Google Shape;342;p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348" name="Google Shape;348;p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0: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53" name="Google Shape;353;p10: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4" name="Google Shape;354;p1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1: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60" name="Google Shape;360;p11: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1" name="Google Shape;361;p1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2: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67" name="Google Shape;367;p12: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8" name="Google Shape;368;p1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3: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74" name="Google Shape;374;p13: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5" name="Google Shape;375;p1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14: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81" name="Google Shape;381;p14: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2" name="Google Shape;382;p14: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5: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88" name="Google Shape;388;p15: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9" name="Google Shape;389;p15: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6: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395" name="Google Shape;395;p16: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6" name="Google Shape;396;p1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17:notes"/>
          <p:cNvSpPr txBox="1"/>
          <p:nvPr/>
        </p:nvSpPr>
        <p:spPr>
          <a:xfrm>
            <a:off x="3884760" y="8685360"/>
            <a:ext cx="2971440" cy="45684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latin typeface="Arial"/>
              <a:ea typeface="Arial"/>
              <a:cs typeface="Arial"/>
              <a:sym typeface="Arial"/>
            </a:endParaRPr>
          </a:p>
        </p:txBody>
      </p:sp>
      <p:sp>
        <p:nvSpPr>
          <p:cNvPr id="402" name="Google Shape;402;p1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03" name="Google Shape;403;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4" name="Google Shape;404;p17:notes"/>
          <p:cNvSpPr txBox="1"/>
          <p:nvPr>
            <p:ph idx="1" type="body"/>
          </p:nvPr>
        </p:nvSpPr>
        <p:spPr>
          <a:xfrm>
            <a:off x="685800" y="4343400"/>
            <a:ext cx="5486040" cy="41144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8: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10" name="Google Shape;410;p18: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1" name="Google Shape;411;p1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19: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17" name="Google Shape;417;p19: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0: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22" name="Google Shape;422;p20: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21: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27" name="Google Shape;427;p21: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8" name="Google Shape;428;p2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22: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34" name="Google Shape;434;p22: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5" name="Google Shape;435;p2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23: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41" name="Google Shape;441;p23: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2" name="Google Shape;442;p2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24: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48" name="Google Shape;448;p24: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9" name="Google Shape;449;p24: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25: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55" name="Google Shape;455;p25: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6" name="Google Shape;456;p25: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26: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62" name="Google Shape;462;p26: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3" name="Google Shape;463;p2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2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69" name="Google Shape;469;p27: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0" name="Google Shape;470;p2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28: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76" name="Google Shape;476;p28: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7" name="Google Shape;477;p2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29: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83" name="Google Shape;483;p29: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4" name="Google Shape;484;p29: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30: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90" name="Google Shape;490;p30: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1" name="Google Shape;491;p3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31: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497" name="Google Shape;497;p31: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8" name="Google Shape;498;p3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32: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04" name="Google Shape;504;p32: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5" name="Google Shape;505;p3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33:notes"/>
          <p:cNvSpPr txBox="1"/>
          <p:nvPr/>
        </p:nvSpPr>
        <p:spPr>
          <a:xfrm>
            <a:off x="3884760" y="8685360"/>
            <a:ext cx="2971440" cy="45684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latin typeface="Arial"/>
              <a:ea typeface="Arial"/>
              <a:cs typeface="Arial"/>
              <a:sym typeface="Arial"/>
            </a:endParaRPr>
          </a:p>
        </p:txBody>
      </p:sp>
      <p:sp>
        <p:nvSpPr>
          <p:cNvPr id="512" name="Google Shape;512;p33: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13" name="Google Shape;513;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4" name="Google Shape;514;p33:notes"/>
          <p:cNvSpPr txBox="1"/>
          <p:nvPr>
            <p:ph idx="1" type="body"/>
          </p:nvPr>
        </p:nvSpPr>
        <p:spPr>
          <a:xfrm>
            <a:off x="685800" y="4343400"/>
            <a:ext cx="5486040" cy="41144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34:notes"/>
          <p:cNvSpPr txBox="1"/>
          <p:nvPr/>
        </p:nvSpPr>
        <p:spPr>
          <a:xfrm>
            <a:off x="3884760" y="8685360"/>
            <a:ext cx="2971440" cy="45684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latin typeface="Arial"/>
              <a:ea typeface="Arial"/>
              <a:cs typeface="Arial"/>
              <a:sym typeface="Arial"/>
            </a:endParaRPr>
          </a:p>
        </p:txBody>
      </p:sp>
      <p:sp>
        <p:nvSpPr>
          <p:cNvPr id="520" name="Google Shape;520;p34: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21" name="Google Shape;521;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2" name="Google Shape;522;p34:notes"/>
          <p:cNvSpPr txBox="1"/>
          <p:nvPr>
            <p:ph idx="1" type="body"/>
          </p:nvPr>
        </p:nvSpPr>
        <p:spPr>
          <a:xfrm>
            <a:off x="685800" y="4343400"/>
            <a:ext cx="5486040" cy="41144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35: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28" name="Google Shape;528;p35: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36: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33" name="Google Shape;533;p36: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37: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38" name="Google Shape;538;p37: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38: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43" name="Google Shape;543;p38: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4" name="Google Shape;544;p3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39: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50" name="Google Shape;550;p39: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1" name="Google Shape;551;p39: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40: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57" name="Google Shape;557;p40: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8" name="Google Shape;558;p4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41: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64" name="Google Shape;564;p41: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5" name="Google Shape;565;p4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42: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71" name="Google Shape;571;p42: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2" name="Google Shape;572;p4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43: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latin typeface="Arial"/>
              <a:ea typeface="Arial"/>
              <a:cs typeface="Arial"/>
              <a:sym typeface="Arial"/>
            </a:endParaRPr>
          </a:p>
        </p:txBody>
      </p:sp>
      <p:sp>
        <p:nvSpPr>
          <p:cNvPr id="578" name="Google Shape;578;p43:notes"/>
          <p:cNvSpPr/>
          <p:nvPr>
            <p:ph idx="2" type="sldImg"/>
          </p:nvPr>
        </p:nvSpPr>
        <p:spPr>
          <a:xfrm>
            <a:off x="1106640" y="812880"/>
            <a:ext cx="5345280" cy="40086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9" name="Google Shape;579;p4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b="0" sz="2000" strike="noStrike">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44:notes"/>
          <p:cNvSpPr txBox="1"/>
          <p:nvPr>
            <p:ph idx="1" type="body"/>
          </p:nvPr>
        </p:nvSpPr>
        <p:spPr>
          <a:xfrm>
            <a:off x="756000" y="5078520"/>
            <a:ext cx="6047640" cy="481104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85" name="Google Shape;585;p44:notes"/>
          <p:cNvSpPr/>
          <p:nvPr>
            <p:ph idx="2" type="sldImg"/>
          </p:nvPr>
        </p:nvSpPr>
        <p:spPr>
          <a:xfrm>
            <a:off x="216000" y="812520"/>
            <a:ext cx="7127280" cy="400896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5"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6" name="Shape 16"/>
        <p:cNvGrpSpPr/>
        <p:nvPr/>
      </p:nvGrpSpPr>
      <p:grpSpPr>
        <a:xfrm>
          <a:off x="0" y="0"/>
          <a:ext cx="0" cy="0"/>
          <a:chOff x="0" y="0"/>
          <a:chExt cx="0" cy="0"/>
        </a:xfrm>
      </p:grpSpPr>
      <p:sp>
        <p:nvSpPr>
          <p:cNvPr id="17" name="Google Shape;17;p3"/>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3"/>
          <p:cNvSpPr txBox="1"/>
          <p:nvPr>
            <p:ph idx="1" type="subTitle"/>
          </p:nvPr>
        </p:nvSpPr>
        <p:spPr>
          <a:xfrm>
            <a:off x="1130760" y="4050720"/>
            <a:ext cx="5826600" cy="10969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9" name="Shape 19"/>
        <p:cNvGrpSpPr/>
        <p:nvPr/>
      </p:nvGrpSpPr>
      <p:grpSpPr>
        <a:xfrm>
          <a:off x="0" y="0"/>
          <a:ext cx="0" cy="0"/>
          <a:chOff x="0" y="0"/>
          <a:chExt cx="0" cy="0"/>
        </a:xfrm>
      </p:grpSpPr>
      <p:sp>
        <p:nvSpPr>
          <p:cNvPr id="20" name="Google Shape;20;p4"/>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
          <p:cNvSpPr txBox="1"/>
          <p:nvPr>
            <p:ph idx="1" type="body"/>
          </p:nvPr>
        </p:nvSpPr>
        <p:spPr>
          <a:xfrm>
            <a:off x="1130760" y="4050720"/>
            <a:ext cx="5826600" cy="10969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2" name="Shape 22"/>
        <p:cNvGrpSpPr/>
        <p:nvPr/>
      </p:nvGrpSpPr>
      <p:grpSpPr>
        <a:xfrm>
          <a:off x="0" y="0"/>
          <a:ext cx="0" cy="0"/>
          <a:chOff x="0" y="0"/>
          <a:chExt cx="0" cy="0"/>
        </a:xfrm>
      </p:grpSpPr>
      <p:sp>
        <p:nvSpPr>
          <p:cNvPr id="23" name="Google Shape;23;p5"/>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5"/>
          <p:cNvSpPr txBox="1"/>
          <p:nvPr>
            <p:ph idx="1" type="body"/>
          </p:nvPr>
        </p:nvSpPr>
        <p:spPr>
          <a:xfrm>
            <a:off x="1130760" y="4050720"/>
            <a:ext cx="2843280" cy="10969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 name="Google Shape;25;p5"/>
          <p:cNvSpPr txBox="1"/>
          <p:nvPr>
            <p:ph idx="2" type="body"/>
          </p:nvPr>
        </p:nvSpPr>
        <p:spPr>
          <a:xfrm>
            <a:off x="4116600" y="4050720"/>
            <a:ext cx="2843280" cy="10969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8" name="Shape 28"/>
        <p:cNvGrpSpPr/>
        <p:nvPr/>
      </p:nvGrpSpPr>
      <p:grpSpPr>
        <a:xfrm>
          <a:off x="0" y="0"/>
          <a:ext cx="0" cy="0"/>
          <a:chOff x="0" y="0"/>
          <a:chExt cx="0" cy="0"/>
        </a:xfrm>
      </p:grpSpPr>
      <p:sp>
        <p:nvSpPr>
          <p:cNvPr id="29" name="Google Shape;29;p7"/>
          <p:cNvSpPr txBox="1"/>
          <p:nvPr>
            <p:ph idx="1" type="subTitle"/>
          </p:nvPr>
        </p:nvSpPr>
        <p:spPr>
          <a:xfrm>
            <a:off x="1130760" y="2404440"/>
            <a:ext cx="5826600" cy="76323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30" name="Shape 30"/>
        <p:cNvGrpSpPr/>
        <p:nvPr/>
      </p:nvGrpSpPr>
      <p:grpSpPr>
        <a:xfrm>
          <a:off x="0" y="0"/>
          <a:ext cx="0" cy="0"/>
          <a:chOff x="0" y="0"/>
          <a:chExt cx="0" cy="0"/>
        </a:xfrm>
      </p:grpSpPr>
      <p:sp>
        <p:nvSpPr>
          <p:cNvPr id="31" name="Google Shape;31;p8"/>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8"/>
          <p:cNvSpPr txBox="1"/>
          <p:nvPr>
            <p:ph idx="1" type="body"/>
          </p:nvPr>
        </p:nvSpPr>
        <p:spPr>
          <a:xfrm>
            <a:off x="1130760" y="405072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3" name="Google Shape;33;p8"/>
          <p:cNvSpPr txBox="1"/>
          <p:nvPr>
            <p:ph idx="2" type="body"/>
          </p:nvPr>
        </p:nvSpPr>
        <p:spPr>
          <a:xfrm>
            <a:off x="4116600" y="4050720"/>
            <a:ext cx="2843280" cy="10969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4" name="Google Shape;34;p8"/>
          <p:cNvSpPr txBox="1"/>
          <p:nvPr>
            <p:ph idx="3" type="body"/>
          </p:nvPr>
        </p:nvSpPr>
        <p:spPr>
          <a:xfrm>
            <a:off x="1130760" y="462384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5" name="Shape 35"/>
        <p:cNvGrpSpPr/>
        <p:nvPr/>
      </p:nvGrpSpPr>
      <p:grpSpPr>
        <a:xfrm>
          <a:off x="0" y="0"/>
          <a:ext cx="0" cy="0"/>
          <a:chOff x="0" y="0"/>
          <a:chExt cx="0" cy="0"/>
        </a:xfrm>
      </p:grpSpPr>
      <p:sp>
        <p:nvSpPr>
          <p:cNvPr id="36" name="Google Shape;36;p9"/>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9"/>
          <p:cNvSpPr txBox="1"/>
          <p:nvPr>
            <p:ph idx="1" type="body"/>
          </p:nvPr>
        </p:nvSpPr>
        <p:spPr>
          <a:xfrm>
            <a:off x="1130760" y="4050720"/>
            <a:ext cx="2843280" cy="10969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8" name="Google Shape;38;p9"/>
          <p:cNvSpPr txBox="1"/>
          <p:nvPr>
            <p:ph idx="2" type="body"/>
          </p:nvPr>
        </p:nvSpPr>
        <p:spPr>
          <a:xfrm>
            <a:off x="4116600" y="405072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39" name="Google Shape;39;p9"/>
          <p:cNvSpPr txBox="1"/>
          <p:nvPr>
            <p:ph idx="3" type="body"/>
          </p:nvPr>
        </p:nvSpPr>
        <p:spPr>
          <a:xfrm>
            <a:off x="4116600" y="462384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40" name="Shape 40"/>
        <p:cNvGrpSpPr/>
        <p:nvPr/>
      </p:nvGrpSpPr>
      <p:grpSpPr>
        <a:xfrm>
          <a:off x="0" y="0"/>
          <a:ext cx="0" cy="0"/>
          <a:chOff x="0" y="0"/>
          <a:chExt cx="0" cy="0"/>
        </a:xfrm>
      </p:grpSpPr>
      <p:sp>
        <p:nvSpPr>
          <p:cNvPr id="41" name="Google Shape;41;p10"/>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0"/>
          <p:cNvSpPr txBox="1"/>
          <p:nvPr>
            <p:ph idx="1" type="body"/>
          </p:nvPr>
        </p:nvSpPr>
        <p:spPr>
          <a:xfrm>
            <a:off x="1130760" y="405072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3" name="Google Shape;43;p10"/>
          <p:cNvSpPr txBox="1"/>
          <p:nvPr>
            <p:ph idx="2" type="body"/>
          </p:nvPr>
        </p:nvSpPr>
        <p:spPr>
          <a:xfrm>
            <a:off x="4116600" y="405072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4" name="Google Shape;44;p10"/>
          <p:cNvSpPr txBox="1"/>
          <p:nvPr>
            <p:ph idx="3" type="body"/>
          </p:nvPr>
        </p:nvSpPr>
        <p:spPr>
          <a:xfrm>
            <a:off x="1130760" y="4623840"/>
            <a:ext cx="582660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5" name="Shape 45"/>
        <p:cNvGrpSpPr/>
        <p:nvPr/>
      </p:nvGrpSpPr>
      <p:grpSpPr>
        <a:xfrm>
          <a:off x="0" y="0"/>
          <a:ext cx="0" cy="0"/>
          <a:chOff x="0" y="0"/>
          <a:chExt cx="0" cy="0"/>
        </a:xfrm>
      </p:grpSpPr>
      <p:sp>
        <p:nvSpPr>
          <p:cNvPr id="46" name="Google Shape;46;p11"/>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1"/>
          <p:cNvSpPr txBox="1"/>
          <p:nvPr>
            <p:ph idx="1" type="body"/>
          </p:nvPr>
        </p:nvSpPr>
        <p:spPr>
          <a:xfrm>
            <a:off x="1130760" y="4050720"/>
            <a:ext cx="582660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48" name="Google Shape;48;p11"/>
          <p:cNvSpPr txBox="1"/>
          <p:nvPr>
            <p:ph idx="2" type="body"/>
          </p:nvPr>
        </p:nvSpPr>
        <p:spPr>
          <a:xfrm>
            <a:off x="1130760" y="4623840"/>
            <a:ext cx="582660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9" name="Shape 49"/>
        <p:cNvGrpSpPr/>
        <p:nvPr/>
      </p:nvGrpSpPr>
      <p:grpSpPr>
        <a:xfrm>
          <a:off x="0" y="0"/>
          <a:ext cx="0" cy="0"/>
          <a:chOff x="0" y="0"/>
          <a:chExt cx="0" cy="0"/>
        </a:xfrm>
      </p:grpSpPr>
      <p:sp>
        <p:nvSpPr>
          <p:cNvPr id="50" name="Google Shape;50;p12"/>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2"/>
          <p:cNvSpPr txBox="1"/>
          <p:nvPr>
            <p:ph idx="1" type="body"/>
          </p:nvPr>
        </p:nvSpPr>
        <p:spPr>
          <a:xfrm>
            <a:off x="1130760" y="405072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2" name="Google Shape;52;p12"/>
          <p:cNvSpPr txBox="1"/>
          <p:nvPr>
            <p:ph idx="2" type="body"/>
          </p:nvPr>
        </p:nvSpPr>
        <p:spPr>
          <a:xfrm>
            <a:off x="4116600" y="405072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3" name="Google Shape;53;p12"/>
          <p:cNvSpPr txBox="1"/>
          <p:nvPr>
            <p:ph idx="3" type="body"/>
          </p:nvPr>
        </p:nvSpPr>
        <p:spPr>
          <a:xfrm>
            <a:off x="1130760" y="462384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4" name="Google Shape;54;p12"/>
          <p:cNvSpPr txBox="1"/>
          <p:nvPr>
            <p:ph idx="4" type="body"/>
          </p:nvPr>
        </p:nvSpPr>
        <p:spPr>
          <a:xfrm>
            <a:off x="4116600" y="462384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5" name="Shape 55"/>
        <p:cNvGrpSpPr/>
        <p:nvPr/>
      </p:nvGrpSpPr>
      <p:grpSpPr>
        <a:xfrm>
          <a:off x="0" y="0"/>
          <a:ext cx="0" cy="0"/>
          <a:chOff x="0" y="0"/>
          <a:chExt cx="0" cy="0"/>
        </a:xfrm>
      </p:grpSpPr>
      <p:sp>
        <p:nvSpPr>
          <p:cNvPr id="56" name="Google Shape;56;p13"/>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3"/>
          <p:cNvSpPr txBox="1"/>
          <p:nvPr>
            <p:ph idx="1" type="body"/>
          </p:nvPr>
        </p:nvSpPr>
        <p:spPr>
          <a:xfrm>
            <a:off x="1130760" y="4050720"/>
            <a:ext cx="187596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8" name="Google Shape;58;p13"/>
          <p:cNvSpPr txBox="1"/>
          <p:nvPr>
            <p:ph idx="2" type="body"/>
          </p:nvPr>
        </p:nvSpPr>
        <p:spPr>
          <a:xfrm>
            <a:off x="3101040" y="4050720"/>
            <a:ext cx="187596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59" name="Google Shape;59;p13"/>
          <p:cNvSpPr txBox="1"/>
          <p:nvPr>
            <p:ph idx="3" type="body"/>
          </p:nvPr>
        </p:nvSpPr>
        <p:spPr>
          <a:xfrm>
            <a:off x="5070960" y="4050720"/>
            <a:ext cx="187596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0" name="Google Shape;60;p13"/>
          <p:cNvSpPr txBox="1"/>
          <p:nvPr>
            <p:ph idx="4" type="body"/>
          </p:nvPr>
        </p:nvSpPr>
        <p:spPr>
          <a:xfrm>
            <a:off x="1130760" y="4623840"/>
            <a:ext cx="187596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1" name="Google Shape;61;p13"/>
          <p:cNvSpPr txBox="1"/>
          <p:nvPr>
            <p:ph idx="5" type="body"/>
          </p:nvPr>
        </p:nvSpPr>
        <p:spPr>
          <a:xfrm>
            <a:off x="3101040" y="4623840"/>
            <a:ext cx="187596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62" name="Google Shape;62;p13"/>
          <p:cNvSpPr txBox="1"/>
          <p:nvPr>
            <p:ph idx="6" type="body"/>
          </p:nvPr>
        </p:nvSpPr>
        <p:spPr>
          <a:xfrm>
            <a:off x="5070960" y="4623840"/>
            <a:ext cx="187596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9" name="Shape 69"/>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70" name="Shape 70"/>
        <p:cNvGrpSpPr/>
        <p:nvPr/>
      </p:nvGrpSpPr>
      <p:grpSpPr>
        <a:xfrm>
          <a:off x="0" y="0"/>
          <a:ext cx="0" cy="0"/>
          <a:chOff x="0" y="0"/>
          <a:chExt cx="0" cy="0"/>
        </a:xfrm>
      </p:grpSpPr>
      <p:sp>
        <p:nvSpPr>
          <p:cNvPr id="71" name="Google Shape;71;p16"/>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6"/>
          <p:cNvSpPr txBox="1"/>
          <p:nvPr>
            <p:ph idx="1" type="subTitle"/>
          </p:nvPr>
        </p:nvSpPr>
        <p:spPr>
          <a:xfrm>
            <a:off x="1130760" y="4050720"/>
            <a:ext cx="5826600" cy="10969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73" name="Shape 73"/>
        <p:cNvGrpSpPr/>
        <p:nvPr/>
      </p:nvGrpSpPr>
      <p:grpSpPr>
        <a:xfrm>
          <a:off x="0" y="0"/>
          <a:ext cx="0" cy="0"/>
          <a:chOff x="0" y="0"/>
          <a:chExt cx="0" cy="0"/>
        </a:xfrm>
      </p:grpSpPr>
      <p:sp>
        <p:nvSpPr>
          <p:cNvPr id="74" name="Google Shape;74;p17"/>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7"/>
          <p:cNvSpPr txBox="1"/>
          <p:nvPr>
            <p:ph idx="1" type="body"/>
          </p:nvPr>
        </p:nvSpPr>
        <p:spPr>
          <a:xfrm>
            <a:off x="1130760" y="4050720"/>
            <a:ext cx="5826600" cy="10969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76" name="Shape 76"/>
        <p:cNvGrpSpPr/>
        <p:nvPr/>
      </p:nvGrpSpPr>
      <p:grpSpPr>
        <a:xfrm>
          <a:off x="0" y="0"/>
          <a:ext cx="0" cy="0"/>
          <a:chOff x="0" y="0"/>
          <a:chExt cx="0" cy="0"/>
        </a:xfrm>
      </p:grpSpPr>
      <p:sp>
        <p:nvSpPr>
          <p:cNvPr id="77" name="Google Shape;77;p18"/>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8"/>
          <p:cNvSpPr txBox="1"/>
          <p:nvPr>
            <p:ph idx="1" type="body"/>
          </p:nvPr>
        </p:nvSpPr>
        <p:spPr>
          <a:xfrm>
            <a:off x="1130760" y="4050720"/>
            <a:ext cx="2843280" cy="10969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79" name="Google Shape;79;p18"/>
          <p:cNvSpPr txBox="1"/>
          <p:nvPr>
            <p:ph idx="2" type="body"/>
          </p:nvPr>
        </p:nvSpPr>
        <p:spPr>
          <a:xfrm>
            <a:off x="4116600" y="4050720"/>
            <a:ext cx="2843280" cy="10969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0" name="Shape 80"/>
        <p:cNvGrpSpPr/>
        <p:nvPr/>
      </p:nvGrpSpPr>
      <p:grpSpPr>
        <a:xfrm>
          <a:off x="0" y="0"/>
          <a:ext cx="0" cy="0"/>
          <a:chOff x="0" y="0"/>
          <a:chExt cx="0" cy="0"/>
        </a:xfrm>
      </p:grpSpPr>
      <p:sp>
        <p:nvSpPr>
          <p:cNvPr id="81" name="Google Shape;81;p19"/>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82" name="Shape 82"/>
        <p:cNvGrpSpPr/>
        <p:nvPr/>
      </p:nvGrpSpPr>
      <p:grpSpPr>
        <a:xfrm>
          <a:off x="0" y="0"/>
          <a:ext cx="0" cy="0"/>
          <a:chOff x="0" y="0"/>
          <a:chExt cx="0" cy="0"/>
        </a:xfrm>
      </p:grpSpPr>
      <p:sp>
        <p:nvSpPr>
          <p:cNvPr id="83" name="Google Shape;83;p20"/>
          <p:cNvSpPr txBox="1"/>
          <p:nvPr>
            <p:ph idx="1" type="subTitle"/>
          </p:nvPr>
        </p:nvSpPr>
        <p:spPr>
          <a:xfrm>
            <a:off x="1130760" y="2404440"/>
            <a:ext cx="5826600" cy="76323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84" name="Shape 84"/>
        <p:cNvGrpSpPr/>
        <p:nvPr/>
      </p:nvGrpSpPr>
      <p:grpSpPr>
        <a:xfrm>
          <a:off x="0" y="0"/>
          <a:ext cx="0" cy="0"/>
          <a:chOff x="0" y="0"/>
          <a:chExt cx="0" cy="0"/>
        </a:xfrm>
      </p:grpSpPr>
      <p:sp>
        <p:nvSpPr>
          <p:cNvPr id="85" name="Google Shape;85;p21"/>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1"/>
          <p:cNvSpPr txBox="1"/>
          <p:nvPr>
            <p:ph idx="1" type="body"/>
          </p:nvPr>
        </p:nvSpPr>
        <p:spPr>
          <a:xfrm>
            <a:off x="1130760" y="405072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7" name="Google Shape;87;p21"/>
          <p:cNvSpPr txBox="1"/>
          <p:nvPr>
            <p:ph idx="2" type="body"/>
          </p:nvPr>
        </p:nvSpPr>
        <p:spPr>
          <a:xfrm>
            <a:off x="4116600" y="4050720"/>
            <a:ext cx="2843280" cy="10969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88" name="Google Shape;88;p21"/>
          <p:cNvSpPr txBox="1"/>
          <p:nvPr>
            <p:ph idx="3" type="body"/>
          </p:nvPr>
        </p:nvSpPr>
        <p:spPr>
          <a:xfrm>
            <a:off x="1130760" y="462384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89" name="Shape 89"/>
        <p:cNvGrpSpPr/>
        <p:nvPr/>
      </p:nvGrpSpPr>
      <p:grpSpPr>
        <a:xfrm>
          <a:off x="0" y="0"/>
          <a:ext cx="0" cy="0"/>
          <a:chOff x="0" y="0"/>
          <a:chExt cx="0" cy="0"/>
        </a:xfrm>
      </p:grpSpPr>
      <p:sp>
        <p:nvSpPr>
          <p:cNvPr id="90" name="Google Shape;90;p22"/>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2"/>
          <p:cNvSpPr txBox="1"/>
          <p:nvPr>
            <p:ph idx="1" type="body"/>
          </p:nvPr>
        </p:nvSpPr>
        <p:spPr>
          <a:xfrm>
            <a:off x="1130760" y="4050720"/>
            <a:ext cx="2843280" cy="10969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2" name="Google Shape;92;p22"/>
          <p:cNvSpPr txBox="1"/>
          <p:nvPr>
            <p:ph idx="2" type="body"/>
          </p:nvPr>
        </p:nvSpPr>
        <p:spPr>
          <a:xfrm>
            <a:off x="4116600" y="405072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3" name="Google Shape;93;p22"/>
          <p:cNvSpPr txBox="1"/>
          <p:nvPr>
            <p:ph idx="3" type="body"/>
          </p:nvPr>
        </p:nvSpPr>
        <p:spPr>
          <a:xfrm>
            <a:off x="4116600" y="462384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94" name="Shape 94"/>
        <p:cNvGrpSpPr/>
        <p:nvPr/>
      </p:nvGrpSpPr>
      <p:grpSpPr>
        <a:xfrm>
          <a:off x="0" y="0"/>
          <a:ext cx="0" cy="0"/>
          <a:chOff x="0" y="0"/>
          <a:chExt cx="0" cy="0"/>
        </a:xfrm>
      </p:grpSpPr>
      <p:sp>
        <p:nvSpPr>
          <p:cNvPr id="95" name="Google Shape;95;p23"/>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3"/>
          <p:cNvSpPr txBox="1"/>
          <p:nvPr>
            <p:ph idx="1" type="body"/>
          </p:nvPr>
        </p:nvSpPr>
        <p:spPr>
          <a:xfrm>
            <a:off x="1130760" y="405072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7" name="Google Shape;97;p23"/>
          <p:cNvSpPr txBox="1"/>
          <p:nvPr>
            <p:ph idx="2" type="body"/>
          </p:nvPr>
        </p:nvSpPr>
        <p:spPr>
          <a:xfrm>
            <a:off x="4116600" y="405072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98" name="Google Shape;98;p23"/>
          <p:cNvSpPr txBox="1"/>
          <p:nvPr>
            <p:ph idx="3" type="body"/>
          </p:nvPr>
        </p:nvSpPr>
        <p:spPr>
          <a:xfrm>
            <a:off x="1130760" y="4623840"/>
            <a:ext cx="582660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99" name="Shape 99"/>
        <p:cNvGrpSpPr/>
        <p:nvPr/>
      </p:nvGrpSpPr>
      <p:grpSpPr>
        <a:xfrm>
          <a:off x="0" y="0"/>
          <a:ext cx="0" cy="0"/>
          <a:chOff x="0" y="0"/>
          <a:chExt cx="0" cy="0"/>
        </a:xfrm>
      </p:grpSpPr>
      <p:sp>
        <p:nvSpPr>
          <p:cNvPr id="100" name="Google Shape;100;p24"/>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24"/>
          <p:cNvSpPr txBox="1"/>
          <p:nvPr>
            <p:ph idx="1" type="body"/>
          </p:nvPr>
        </p:nvSpPr>
        <p:spPr>
          <a:xfrm>
            <a:off x="1130760" y="4050720"/>
            <a:ext cx="582660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2" name="Google Shape;102;p24"/>
          <p:cNvSpPr txBox="1"/>
          <p:nvPr>
            <p:ph idx="2" type="body"/>
          </p:nvPr>
        </p:nvSpPr>
        <p:spPr>
          <a:xfrm>
            <a:off x="1130760" y="4623840"/>
            <a:ext cx="582660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03" name="Shape 103"/>
        <p:cNvGrpSpPr/>
        <p:nvPr/>
      </p:nvGrpSpPr>
      <p:grpSpPr>
        <a:xfrm>
          <a:off x="0" y="0"/>
          <a:ext cx="0" cy="0"/>
          <a:chOff x="0" y="0"/>
          <a:chExt cx="0" cy="0"/>
        </a:xfrm>
      </p:grpSpPr>
      <p:sp>
        <p:nvSpPr>
          <p:cNvPr id="104" name="Google Shape;104;p25"/>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5"/>
          <p:cNvSpPr txBox="1"/>
          <p:nvPr>
            <p:ph idx="1" type="body"/>
          </p:nvPr>
        </p:nvSpPr>
        <p:spPr>
          <a:xfrm>
            <a:off x="1130760" y="405072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6" name="Google Shape;106;p25"/>
          <p:cNvSpPr txBox="1"/>
          <p:nvPr>
            <p:ph idx="2" type="body"/>
          </p:nvPr>
        </p:nvSpPr>
        <p:spPr>
          <a:xfrm>
            <a:off x="4116600" y="405072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7" name="Google Shape;107;p25"/>
          <p:cNvSpPr txBox="1"/>
          <p:nvPr>
            <p:ph idx="3" type="body"/>
          </p:nvPr>
        </p:nvSpPr>
        <p:spPr>
          <a:xfrm>
            <a:off x="1130760" y="462384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08" name="Google Shape;108;p25"/>
          <p:cNvSpPr txBox="1"/>
          <p:nvPr>
            <p:ph idx="4" type="body"/>
          </p:nvPr>
        </p:nvSpPr>
        <p:spPr>
          <a:xfrm>
            <a:off x="4116600" y="462384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09" name="Shape 109"/>
        <p:cNvGrpSpPr/>
        <p:nvPr/>
      </p:nvGrpSpPr>
      <p:grpSpPr>
        <a:xfrm>
          <a:off x="0" y="0"/>
          <a:ext cx="0" cy="0"/>
          <a:chOff x="0" y="0"/>
          <a:chExt cx="0" cy="0"/>
        </a:xfrm>
      </p:grpSpPr>
      <p:sp>
        <p:nvSpPr>
          <p:cNvPr id="110" name="Google Shape;110;p26"/>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6"/>
          <p:cNvSpPr txBox="1"/>
          <p:nvPr>
            <p:ph idx="1" type="body"/>
          </p:nvPr>
        </p:nvSpPr>
        <p:spPr>
          <a:xfrm>
            <a:off x="1130760" y="4050720"/>
            <a:ext cx="187596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2" name="Google Shape;112;p26"/>
          <p:cNvSpPr txBox="1"/>
          <p:nvPr>
            <p:ph idx="2" type="body"/>
          </p:nvPr>
        </p:nvSpPr>
        <p:spPr>
          <a:xfrm>
            <a:off x="3101040" y="4050720"/>
            <a:ext cx="187596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3" name="Google Shape;113;p26"/>
          <p:cNvSpPr txBox="1"/>
          <p:nvPr>
            <p:ph idx="3" type="body"/>
          </p:nvPr>
        </p:nvSpPr>
        <p:spPr>
          <a:xfrm>
            <a:off x="5070960" y="4050720"/>
            <a:ext cx="187596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4" name="Google Shape;114;p26"/>
          <p:cNvSpPr txBox="1"/>
          <p:nvPr>
            <p:ph idx="4" type="body"/>
          </p:nvPr>
        </p:nvSpPr>
        <p:spPr>
          <a:xfrm>
            <a:off x="1130760" y="4623840"/>
            <a:ext cx="187596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5" name="Google Shape;115;p26"/>
          <p:cNvSpPr txBox="1"/>
          <p:nvPr>
            <p:ph idx="5" type="body"/>
          </p:nvPr>
        </p:nvSpPr>
        <p:spPr>
          <a:xfrm>
            <a:off x="3101040" y="4623840"/>
            <a:ext cx="187596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16" name="Google Shape;116;p26"/>
          <p:cNvSpPr txBox="1"/>
          <p:nvPr>
            <p:ph idx="6" type="body"/>
          </p:nvPr>
        </p:nvSpPr>
        <p:spPr>
          <a:xfrm>
            <a:off x="5070960" y="4623840"/>
            <a:ext cx="187596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23" name="Shape 123"/>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24" name="Shape 124"/>
        <p:cNvGrpSpPr/>
        <p:nvPr/>
      </p:nvGrpSpPr>
      <p:grpSpPr>
        <a:xfrm>
          <a:off x="0" y="0"/>
          <a:ext cx="0" cy="0"/>
          <a:chOff x="0" y="0"/>
          <a:chExt cx="0" cy="0"/>
        </a:xfrm>
      </p:grpSpPr>
      <p:sp>
        <p:nvSpPr>
          <p:cNvPr id="125" name="Google Shape;125;p29"/>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29"/>
          <p:cNvSpPr txBox="1"/>
          <p:nvPr>
            <p:ph idx="1" type="subTitle"/>
          </p:nvPr>
        </p:nvSpPr>
        <p:spPr>
          <a:xfrm>
            <a:off x="1130760" y="4050720"/>
            <a:ext cx="5826600" cy="10969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27" name="Shape 127"/>
        <p:cNvGrpSpPr/>
        <p:nvPr/>
      </p:nvGrpSpPr>
      <p:grpSpPr>
        <a:xfrm>
          <a:off x="0" y="0"/>
          <a:ext cx="0" cy="0"/>
          <a:chOff x="0" y="0"/>
          <a:chExt cx="0" cy="0"/>
        </a:xfrm>
      </p:grpSpPr>
      <p:sp>
        <p:nvSpPr>
          <p:cNvPr id="128" name="Google Shape;128;p30"/>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30"/>
          <p:cNvSpPr txBox="1"/>
          <p:nvPr>
            <p:ph idx="1" type="body"/>
          </p:nvPr>
        </p:nvSpPr>
        <p:spPr>
          <a:xfrm>
            <a:off x="1130760" y="4050720"/>
            <a:ext cx="5826600" cy="10969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30" name="Shape 130"/>
        <p:cNvGrpSpPr/>
        <p:nvPr/>
      </p:nvGrpSpPr>
      <p:grpSpPr>
        <a:xfrm>
          <a:off x="0" y="0"/>
          <a:ext cx="0" cy="0"/>
          <a:chOff x="0" y="0"/>
          <a:chExt cx="0" cy="0"/>
        </a:xfrm>
      </p:grpSpPr>
      <p:sp>
        <p:nvSpPr>
          <p:cNvPr id="131" name="Google Shape;131;p31"/>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31"/>
          <p:cNvSpPr txBox="1"/>
          <p:nvPr>
            <p:ph idx="1" type="body"/>
          </p:nvPr>
        </p:nvSpPr>
        <p:spPr>
          <a:xfrm>
            <a:off x="1130760" y="4050720"/>
            <a:ext cx="2843280" cy="10969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33" name="Google Shape;133;p31"/>
          <p:cNvSpPr txBox="1"/>
          <p:nvPr>
            <p:ph idx="2" type="body"/>
          </p:nvPr>
        </p:nvSpPr>
        <p:spPr>
          <a:xfrm>
            <a:off x="4116600" y="4050720"/>
            <a:ext cx="2843280" cy="10969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4" name="Shape 134"/>
        <p:cNvGrpSpPr/>
        <p:nvPr/>
      </p:nvGrpSpPr>
      <p:grpSpPr>
        <a:xfrm>
          <a:off x="0" y="0"/>
          <a:ext cx="0" cy="0"/>
          <a:chOff x="0" y="0"/>
          <a:chExt cx="0" cy="0"/>
        </a:xfrm>
      </p:grpSpPr>
      <p:sp>
        <p:nvSpPr>
          <p:cNvPr id="135" name="Google Shape;135;p32"/>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36" name="Shape 136"/>
        <p:cNvGrpSpPr/>
        <p:nvPr/>
      </p:nvGrpSpPr>
      <p:grpSpPr>
        <a:xfrm>
          <a:off x="0" y="0"/>
          <a:ext cx="0" cy="0"/>
          <a:chOff x="0" y="0"/>
          <a:chExt cx="0" cy="0"/>
        </a:xfrm>
      </p:grpSpPr>
      <p:sp>
        <p:nvSpPr>
          <p:cNvPr id="137" name="Google Shape;137;p33"/>
          <p:cNvSpPr txBox="1"/>
          <p:nvPr>
            <p:ph idx="1" type="subTitle"/>
          </p:nvPr>
        </p:nvSpPr>
        <p:spPr>
          <a:xfrm>
            <a:off x="1130760" y="2404440"/>
            <a:ext cx="5826600" cy="76323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38" name="Shape 138"/>
        <p:cNvGrpSpPr/>
        <p:nvPr/>
      </p:nvGrpSpPr>
      <p:grpSpPr>
        <a:xfrm>
          <a:off x="0" y="0"/>
          <a:ext cx="0" cy="0"/>
          <a:chOff x="0" y="0"/>
          <a:chExt cx="0" cy="0"/>
        </a:xfrm>
      </p:grpSpPr>
      <p:sp>
        <p:nvSpPr>
          <p:cNvPr id="139" name="Google Shape;139;p34"/>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34"/>
          <p:cNvSpPr txBox="1"/>
          <p:nvPr>
            <p:ph idx="1" type="body"/>
          </p:nvPr>
        </p:nvSpPr>
        <p:spPr>
          <a:xfrm>
            <a:off x="1130760" y="405072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1" name="Google Shape;141;p34"/>
          <p:cNvSpPr txBox="1"/>
          <p:nvPr>
            <p:ph idx="2" type="body"/>
          </p:nvPr>
        </p:nvSpPr>
        <p:spPr>
          <a:xfrm>
            <a:off x="4116600" y="4050720"/>
            <a:ext cx="2843280" cy="10969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2" name="Google Shape;142;p34"/>
          <p:cNvSpPr txBox="1"/>
          <p:nvPr>
            <p:ph idx="3" type="body"/>
          </p:nvPr>
        </p:nvSpPr>
        <p:spPr>
          <a:xfrm>
            <a:off x="1130760" y="462384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43" name="Shape 143"/>
        <p:cNvGrpSpPr/>
        <p:nvPr/>
      </p:nvGrpSpPr>
      <p:grpSpPr>
        <a:xfrm>
          <a:off x="0" y="0"/>
          <a:ext cx="0" cy="0"/>
          <a:chOff x="0" y="0"/>
          <a:chExt cx="0" cy="0"/>
        </a:xfrm>
      </p:grpSpPr>
      <p:sp>
        <p:nvSpPr>
          <p:cNvPr id="144" name="Google Shape;144;p35"/>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35"/>
          <p:cNvSpPr txBox="1"/>
          <p:nvPr>
            <p:ph idx="1" type="body"/>
          </p:nvPr>
        </p:nvSpPr>
        <p:spPr>
          <a:xfrm>
            <a:off x="1130760" y="4050720"/>
            <a:ext cx="2843280" cy="10969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6" name="Google Shape;146;p35"/>
          <p:cNvSpPr txBox="1"/>
          <p:nvPr>
            <p:ph idx="2" type="body"/>
          </p:nvPr>
        </p:nvSpPr>
        <p:spPr>
          <a:xfrm>
            <a:off x="4116600" y="405072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47" name="Google Shape;147;p35"/>
          <p:cNvSpPr txBox="1"/>
          <p:nvPr>
            <p:ph idx="3" type="body"/>
          </p:nvPr>
        </p:nvSpPr>
        <p:spPr>
          <a:xfrm>
            <a:off x="4116600" y="462384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48" name="Shape 148"/>
        <p:cNvGrpSpPr/>
        <p:nvPr/>
      </p:nvGrpSpPr>
      <p:grpSpPr>
        <a:xfrm>
          <a:off x="0" y="0"/>
          <a:ext cx="0" cy="0"/>
          <a:chOff x="0" y="0"/>
          <a:chExt cx="0" cy="0"/>
        </a:xfrm>
      </p:grpSpPr>
      <p:sp>
        <p:nvSpPr>
          <p:cNvPr id="149" name="Google Shape;149;p36"/>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36"/>
          <p:cNvSpPr txBox="1"/>
          <p:nvPr>
            <p:ph idx="1" type="body"/>
          </p:nvPr>
        </p:nvSpPr>
        <p:spPr>
          <a:xfrm>
            <a:off x="1130760" y="405072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1" name="Google Shape;151;p36"/>
          <p:cNvSpPr txBox="1"/>
          <p:nvPr>
            <p:ph idx="2" type="body"/>
          </p:nvPr>
        </p:nvSpPr>
        <p:spPr>
          <a:xfrm>
            <a:off x="4116600" y="405072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2" name="Google Shape;152;p36"/>
          <p:cNvSpPr txBox="1"/>
          <p:nvPr>
            <p:ph idx="3" type="body"/>
          </p:nvPr>
        </p:nvSpPr>
        <p:spPr>
          <a:xfrm>
            <a:off x="1130760" y="4623840"/>
            <a:ext cx="582660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53" name="Shape 153"/>
        <p:cNvGrpSpPr/>
        <p:nvPr/>
      </p:nvGrpSpPr>
      <p:grpSpPr>
        <a:xfrm>
          <a:off x="0" y="0"/>
          <a:ext cx="0" cy="0"/>
          <a:chOff x="0" y="0"/>
          <a:chExt cx="0" cy="0"/>
        </a:xfrm>
      </p:grpSpPr>
      <p:sp>
        <p:nvSpPr>
          <p:cNvPr id="154" name="Google Shape;154;p37"/>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37"/>
          <p:cNvSpPr txBox="1"/>
          <p:nvPr>
            <p:ph idx="1" type="body"/>
          </p:nvPr>
        </p:nvSpPr>
        <p:spPr>
          <a:xfrm>
            <a:off x="1130760" y="4050720"/>
            <a:ext cx="582660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6" name="Google Shape;156;p37"/>
          <p:cNvSpPr txBox="1"/>
          <p:nvPr>
            <p:ph idx="2" type="body"/>
          </p:nvPr>
        </p:nvSpPr>
        <p:spPr>
          <a:xfrm>
            <a:off x="1130760" y="4623840"/>
            <a:ext cx="582660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57" name="Shape 157"/>
        <p:cNvGrpSpPr/>
        <p:nvPr/>
      </p:nvGrpSpPr>
      <p:grpSpPr>
        <a:xfrm>
          <a:off x="0" y="0"/>
          <a:ext cx="0" cy="0"/>
          <a:chOff x="0" y="0"/>
          <a:chExt cx="0" cy="0"/>
        </a:xfrm>
      </p:grpSpPr>
      <p:sp>
        <p:nvSpPr>
          <p:cNvPr id="158" name="Google Shape;158;p38"/>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38"/>
          <p:cNvSpPr txBox="1"/>
          <p:nvPr>
            <p:ph idx="1" type="body"/>
          </p:nvPr>
        </p:nvSpPr>
        <p:spPr>
          <a:xfrm>
            <a:off x="1130760" y="405072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0" name="Google Shape;160;p38"/>
          <p:cNvSpPr txBox="1"/>
          <p:nvPr>
            <p:ph idx="2" type="body"/>
          </p:nvPr>
        </p:nvSpPr>
        <p:spPr>
          <a:xfrm>
            <a:off x="4116600" y="405072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1" name="Google Shape;161;p38"/>
          <p:cNvSpPr txBox="1"/>
          <p:nvPr>
            <p:ph idx="3" type="body"/>
          </p:nvPr>
        </p:nvSpPr>
        <p:spPr>
          <a:xfrm>
            <a:off x="1130760" y="462384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2" name="Google Shape;162;p38"/>
          <p:cNvSpPr txBox="1"/>
          <p:nvPr>
            <p:ph idx="4" type="body"/>
          </p:nvPr>
        </p:nvSpPr>
        <p:spPr>
          <a:xfrm>
            <a:off x="4116600" y="462384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63" name="Shape 163"/>
        <p:cNvGrpSpPr/>
        <p:nvPr/>
      </p:nvGrpSpPr>
      <p:grpSpPr>
        <a:xfrm>
          <a:off x="0" y="0"/>
          <a:ext cx="0" cy="0"/>
          <a:chOff x="0" y="0"/>
          <a:chExt cx="0" cy="0"/>
        </a:xfrm>
      </p:grpSpPr>
      <p:sp>
        <p:nvSpPr>
          <p:cNvPr id="164" name="Google Shape;164;p39"/>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39"/>
          <p:cNvSpPr txBox="1"/>
          <p:nvPr>
            <p:ph idx="1" type="body"/>
          </p:nvPr>
        </p:nvSpPr>
        <p:spPr>
          <a:xfrm>
            <a:off x="1130760" y="4050720"/>
            <a:ext cx="187596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6" name="Google Shape;166;p39"/>
          <p:cNvSpPr txBox="1"/>
          <p:nvPr>
            <p:ph idx="2" type="body"/>
          </p:nvPr>
        </p:nvSpPr>
        <p:spPr>
          <a:xfrm>
            <a:off x="3101040" y="4050720"/>
            <a:ext cx="187596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7" name="Google Shape;167;p39"/>
          <p:cNvSpPr txBox="1"/>
          <p:nvPr>
            <p:ph idx="3" type="body"/>
          </p:nvPr>
        </p:nvSpPr>
        <p:spPr>
          <a:xfrm>
            <a:off x="5070960" y="4050720"/>
            <a:ext cx="187596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8" name="Google Shape;168;p39"/>
          <p:cNvSpPr txBox="1"/>
          <p:nvPr>
            <p:ph idx="4" type="body"/>
          </p:nvPr>
        </p:nvSpPr>
        <p:spPr>
          <a:xfrm>
            <a:off x="1130760" y="4623840"/>
            <a:ext cx="187596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9" name="Google Shape;169;p39"/>
          <p:cNvSpPr txBox="1"/>
          <p:nvPr>
            <p:ph idx="5" type="body"/>
          </p:nvPr>
        </p:nvSpPr>
        <p:spPr>
          <a:xfrm>
            <a:off x="3101040" y="4623840"/>
            <a:ext cx="187596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70" name="Google Shape;170;p39"/>
          <p:cNvSpPr txBox="1"/>
          <p:nvPr>
            <p:ph idx="6" type="body"/>
          </p:nvPr>
        </p:nvSpPr>
        <p:spPr>
          <a:xfrm>
            <a:off x="5070960" y="4623840"/>
            <a:ext cx="187596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88" name="Shape 188"/>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89" name="Shape 189"/>
        <p:cNvGrpSpPr/>
        <p:nvPr/>
      </p:nvGrpSpPr>
      <p:grpSpPr>
        <a:xfrm>
          <a:off x="0" y="0"/>
          <a:ext cx="0" cy="0"/>
          <a:chOff x="0" y="0"/>
          <a:chExt cx="0" cy="0"/>
        </a:xfrm>
      </p:grpSpPr>
      <p:sp>
        <p:nvSpPr>
          <p:cNvPr id="190" name="Google Shape;190;p42"/>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1" name="Google Shape;191;p42"/>
          <p:cNvSpPr txBox="1"/>
          <p:nvPr>
            <p:ph idx="1" type="subTitle"/>
          </p:nvPr>
        </p:nvSpPr>
        <p:spPr>
          <a:xfrm>
            <a:off x="1130760" y="4050720"/>
            <a:ext cx="5826600" cy="10969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92" name="Shape 192"/>
        <p:cNvGrpSpPr/>
        <p:nvPr/>
      </p:nvGrpSpPr>
      <p:grpSpPr>
        <a:xfrm>
          <a:off x="0" y="0"/>
          <a:ext cx="0" cy="0"/>
          <a:chOff x="0" y="0"/>
          <a:chExt cx="0" cy="0"/>
        </a:xfrm>
      </p:grpSpPr>
      <p:sp>
        <p:nvSpPr>
          <p:cNvPr id="193" name="Google Shape;193;p43"/>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43"/>
          <p:cNvSpPr txBox="1"/>
          <p:nvPr>
            <p:ph idx="1" type="body"/>
          </p:nvPr>
        </p:nvSpPr>
        <p:spPr>
          <a:xfrm>
            <a:off x="1130760" y="4050720"/>
            <a:ext cx="5826600" cy="10969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95" name="Shape 195"/>
        <p:cNvGrpSpPr/>
        <p:nvPr/>
      </p:nvGrpSpPr>
      <p:grpSpPr>
        <a:xfrm>
          <a:off x="0" y="0"/>
          <a:ext cx="0" cy="0"/>
          <a:chOff x="0" y="0"/>
          <a:chExt cx="0" cy="0"/>
        </a:xfrm>
      </p:grpSpPr>
      <p:sp>
        <p:nvSpPr>
          <p:cNvPr id="196" name="Google Shape;196;p44"/>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7" name="Google Shape;197;p44"/>
          <p:cNvSpPr txBox="1"/>
          <p:nvPr>
            <p:ph idx="1" type="body"/>
          </p:nvPr>
        </p:nvSpPr>
        <p:spPr>
          <a:xfrm>
            <a:off x="1130760" y="4050720"/>
            <a:ext cx="2843280" cy="10969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98" name="Google Shape;198;p44"/>
          <p:cNvSpPr txBox="1"/>
          <p:nvPr>
            <p:ph idx="2" type="body"/>
          </p:nvPr>
        </p:nvSpPr>
        <p:spPr>
          <a:xfrm>
            <a:off x="4116600" y="4050720"/>
            <a:ext cx="2843280" cy="10969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9" name="Shape 199"/>
        <p:cNvGrpSpPr/>
        <p:nvPr/>
      </p:nvGrpSpPr>
      <p:grpSpPr>
        <a:xfrm>
          <a:off x="0" y="0"/>
          <a:ext cx="0" cy="0"/>
          <a:chOff x="0" y="0"/>
          <a:chExt cx="0" cy="0"/>
        </a:xfrm>
      </p:grpSpPr>
      <p:sp>
        <p:nvSpPr>
          <p:cNvPr id="200" name="Google Shape;200;p45"/>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01" name="Shape 201"/>
        <p:cNvGrpSpPr/>
        <p:nvPr/>
      </p:nvGrpSpPr>
      <p:grpSpPr>
        <a:xfrm>
          <a:off x="0" y="0"/>
          <a:ext cx="0" cy="0"/>
          <a:chOff x="0" y="0"/>
          <a:chExt cx="0" cy="0"/>
        </a:xfrm>
      </p:grpSpPr>
      <p:sp>
        <p:nvSpPr>
          <p:cNvPr id="202" name="Google Shape;202;p46"/>
          <p:cNvSpPr txBox="1"/>
          <p:nvPr>
            <p:ph idx="1" type="subTitle"/>
          </p:nvPr>
        </p:nvSpPr>
        <p:spPr>
          <a:xfrm>
            <a:off x="1130760" y="2404440"/>
            <a:ext cx="5826600" cy="76323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03" name="Shape 203"/>
        <p:cNvGrpSpPr/>
        <p:nvPr/>
      </p:nvGrpSpPr>
      <p:grpSpPr>
        <a:xfrm>
          <a:off x="0" y="0"/>
          <a:ext cx="0" cy="0"/>
          <a:chOff x="0" y="0"/>
          <a:chExt cx="0" cy="0"/>
        </a:xfrm>
      </p:grpSpPr>
      <p:sp>
        <p:nvSpPr>
          <p:cNvPr id="204" name="Google Shape;204;p47"/>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5" name="Google Shape;205;p47"/>
          <p:cNvSpPr txBox="1"/>
          <p:nvPr>
            <p:ph idx="1" type="body"/>
          </p:nvPr>
        </p:nvSpPr>
        <p:spPr>
          <a:xfrm>
            <a:off x="1130760" y="405072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6" name="Google Shape;206;p47"/>
          <p:cNvSpPr txBox="1"/>
          <p:nvPr>
            <p:ph idx="2" type="body"/>
          </p:nvPr>
        </p:nvSpPr>
        <p:spPr>
          <a:xfrm>
            <a:off x="4116600" y="4050720"/>
            <a:ext cx="2843280" cy="10969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07" name="Google Shape;207;p47"/>
          <p:cNvSpPr txBox="1"/>
          <p:nvPr>
            <p:ph idx="3" type="body"/>
          </p:nvPr>
        </p:nvSpPr>
        <p:spPr>
          <a:xfrm>
            <a:off x="1130760" y="462384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08" name="Shape 208"/>
        <p:cNvGrpSpPr/>
        <p:nvPr/>
      </p:nvGrpSpPr>
      <p:grpSpPr>
        <a:xfrm>
          <a:off x="0" y="0"/>
          <a:ext cx="0" cy="0"/>
          <a:chOff x="0" y="0"/>
          <a:chExt cx="0" cy="0"/>
        </a:xfrm>
      </p:grpSpPr>
      <p:sp>
        <p:nvSpPr>
          <p:cNvPr id="209" name="Google Shape;209;p48"/>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0" name="Google Shape;210;p48"/>
          <p:cNvSpPr txBox="1"/>
          <p:nvPr>
            <p:ph idx="1" type="body"/>
          </p:nvPr>
        </p:nvSpPr>
        <p:spPr>
          <a:xfrm>
            <a:off x="1130760" y="4050720"/>
            <a:ext cx="2843280" cy="10969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1" name="Google Shape;211;p48"/>
          <p:cNvSpPr txBox="1"/>
          <p:nvPr>
            <p:ph idx="2" type="body"/>
          </p:nvPr>
        </p:nvSpPr>
        <p:spPr>
          <a:xfrm>
            <a:off x="4116600" y="405072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2" name="Google Shape;212;p48"/>
          <p:cNvSpPr txBox="1"/>
          <p:nvPr>
            <p:ph idx="3" type="body"/>
          </p:nvPr>
        </p:nvSpPr>
        <p:spPr>
          <a:xfrm>
            <a:off x="4116600" y="462384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13" name="Shape 213"/>
        <p:cNvGrpSpPr/>
        <p:nvPr/>
      </p:nvGrpSpPr>
      <p:grpSpPr>
        <a:xfrm>
          <a:off x="0" y="0"/>
          <a:ext cx="0" cy="0"/>
          <a:chOff x="0" y="0"/>
          <a:chExt cx="0" cy="0"/>
        </a:xfrm>
      </p:grpSpPr>
      <p:sp>
        <p:nvSpPr>
          <p:cNvPr id="214" name="Google Shape;214;p49"/>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5" name="Google Shape;215;p49"/>
          <p:cNvSpPr txBox="1"/>
          <p:nvPr>
            <p:ph idx="1" type="body"/>
          </p:nvPr>
        </p:nvSpPr>
        <p:spPr>
          <a:xfrm>
            <a:off x="1130760" y="405072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6" name="Google Shape;216;p49"/>
          <p:cNvSpPr txBox="1"/>
          <p:nvPr>
            <p:ph idx="2" type="body"/>
          </p:nvPr>
        </p:nvSpPr>
        <p:spPr>
          <a:xfrm>
            <a:off x="4116600" y="405072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17" name="Google Shape;217;p49"/>
          <p:cNvSpPr txBox="1"/>
          <p:nvPr>
            <p:ph idx="3" type="body"/>
          </p:nvPr>
        </p:nvSpPr>
        <p:spPr>
          <a:xfrm>
            <a:off x="1130760" y="4623840"/>
            <a:ext cx="582660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18" name="Shape 218"/>
        <p:cNvGrpSpPr/>
        <p:nvPr/>
      </p:nvGrpSpPr>
      <p:grpSpPr>
        <a:xfrm>
          <a:off x="0" y="0"/>
          <a:ext cx="0" cy="0"/>
          <a:chOff x="0" y="0"/>
          <a:chExt cx="0" cy="0"/>
        </a:xfrm>
      </p:grpSpPr>
      <p:sp>
        <p:nvSpPr>
          <p:cNvPr id="219" name="Google Shape;219;p50"/>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0" name="Google Shape;220;p50"/>
          <p:cNvSpPr txBox="1"/>
          <p:nvPr>
            <p:ph idx="1" type="body"/>
          </p:nvPr>
        </p:nvSpPr>
        <p:spPr>
          <a:xfrm>
            <a:off x="1130760" y="4050720"/>
            <a:ext cx="582660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1" name="Google Shape;221;p50"/>
          <p:cNvSpPr txBox="1"/>
          <p:nvPr>
            <p:ph idx="2" type="body"/>
          </p:nvPr>
        </p:nvSpPr>
        <p:spPr>
          <a:xfrm>
            <a:off x="1130760" y="4623840"/>
            <a:ext cx="582660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22" name="Shape 222"/>
        <p:cNvGrpSpPr/>
        <p:nvPr/>
      </p:nvGrpSpPr>
      <p:grpSpPr>
        <a:xfrm>
          <a:off x="0" y="0"/>
          <a:ext cx="0" cy="0"/>
          <a:chOff x="0" y="0"/>
          <a:chExt cx="0" cy="0"/>
        </a:xfrm>
      </p:grpSpPr>
      <p:sp>
        <p:nvSpPr>
          <p:cNvPr id="223" name="Google Shape;223;p51"/>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4" name="Google Shape;224;p51"/>
          <p:cNvSpPr txBox="1"/>
          <p:nvPr>
            <p:ph idx="1" type="body"/>
          </p:nvPr>
        </p:nvSpPr>
        <p:spPr>
          <a:xfrm>
            <a:off x="1130760" y="405072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5" name="Google Shape;225;p51"/>
          <p:cNvSpPr txBox="1"/>
          <p:nvPr>
            <p:ph idx="2" type="body"/>
          </p:nvPr>
        </p:nvSpPr>
        <p:spPr>
          <a:xfrm>
            <a:off x="4116600" y="405072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6" name="Google Shape;226;p51"/>
          <p:cNvSpPr txBox="1"/>
          <p:nvPr>
            <p:ph idx="3" type="body"/>
          </p:nvPr>
        </p:nvSpPr>
        <p:spPr>
          <a:xfrm>
            <a:off x="1130760" y="462384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27" name="Google Shape;227;p51"/>
          <p:cNvSpPr txBox="1"/>
          <p:nvPr>
            <p:ph idx="4" type="body"/>
          </p:nvPr>
        </p:nvSpPr>
        <p:spPr>
          <a:xfrm>
            <a:off x="4116600" y="462384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28" name="Shape 228"/>
        <p:cNvGrpSpPr/>
        <p:nvPr/>
      </p:nvGrpSpPr>
      <p:grpSpPr>
        <a:xfrm>
          <a:off x="0" y="0"/>
          <a:ext cx="0" cy="0"/>
          <a:chOff x="0" y="0"/>
          <a:chExt cx="0" cy="0"/>
        </a:xfrm>
      </p:grpSpPr>
      <p:sp>
        <p:nvSpPr>
          <p:cNvPr id="229" name="Google Shape;229;p52"/>
          <p:cNvSpPr txBox="1"/>
          <p:nvPr>
            <p:ph type="title"/>
          </p:nvPr>
        </p:nvSpPr>
        <p:spPr>
          <a:xfrm>
            <a:off x="1130760" y="2404440"/>
            <a:ext cx="5826600" cy="1646280"/>
          </a:xfrm>
          <a:prstGeom prst="rect">
            <a:avLst/>
          </a:prstGeom>
          <a:noFill/>
          <a:ln>
            <a:noFill/>
          </a:ln>
        </p:spPr>
        <p:txBody>
          <a:bodyPr anchorCtr="0" anchor="ctr"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0" name="Google Shape;230;p52"/>
          <p:cNvSpPr txBox="1"/>
          <p:nvPr>
            <p:ph idx="1" type="body"/>
          </p:nvPr>
        </p:nvSpPr>
        <p:spPr>
          <a:xfrm>
            <a:off x="1130760" y="4050720"/>
            <a:ext cx="187596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1" name="Google Shape;231;p52"/>
          <p:cNvSpPr txBox="1"/>
          <p:nvPr>
            <p:ph idx="2" type="body"/>
          </p:nvPr>
        </p:nvSpPr>
        <p:spPr>
          <a:xfrm>
            <a:off x="3101040" y="4050720"/>
            <a:ext cx="187596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2" name="Google Shape;232;p52"/>
          <p:cNvSpPr txBox="1"/>
          <p:nvPr>
            <p:ph idx="3" type="body"/>
          </p:nvPr>
        </p:nvSpPr>
        <p:spPr>
          <a:xfrm>
            <a:off x="5070960" y="4050720"/>
            <a:ext cx="187596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3" name="Google Shape;233;p52"/>
          <p:cNvSpPr txBox="1"/>
          <p:nvPr>
            <p:ph idx="4" type="body"/>
          </p:nvPr>
        </p:nvSpPr>
        <p:spPr>
          <a:xfrm>
            <a:off x="1130760" y="4623840"/>
            <a:ext cx="187596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4" name="Google Shape;234;p52"/>
          <p:cNvSpPr txBox="1"/>
          <p:nvPr>
            <p:ph idx="5" type="body"/>
          </p:nvPr>
        </p:nvSpPr>
        <p:spPr>
          <a:xfrm>
            <a:off x="3101040" y="4623840"/>
            <a:ext cx="187596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35" name="Google Shape;235;p52"/>
          <p:cNvSpPr txBox="1"/>
          <p:nvPr>
            <p:ph idx="6" type="body"/>
          </p:nvPr>
        </p:nvSpPr>
        <p:spPr>
          <a:xfrm>
            <a:off x="5070960" y="4623840"/>
            <a:ext cx="187596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42" name="Shape 242"/>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43" name="Shape 243"/>
        <p:cNvGrpSpPr/>
        <p:nvPr/>
      </p:nvGrpSpPr>
      <p:grpSpPr>
        <a:xfrm>
          <a:off x="0" y="0"/>
          <a:ext cx="0" cy="0"/>
          <a:chOff x="0" y="0"/>
          <a:chExt cx="0" cy="0"/>
        </a:xfrm>
      </p:grpSpPr>
      <p:sp>
        <p:nvSpPr>
          <p:cNvPr id="244" name="Google Shape;244;p55"/>
          <p:cNvSpPr txBox="1"/>
          <p:nvPr>
            <p:ph type="title"/>
          </p:nvPr>
        </p:nvSpPr>
        <p:spPr>
          <a:xfrm>
            <a:off x="1130760" y="2404440"/>
            <a:ext cx="5826600" cy="16462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5" name="Google Shape;245;p55"/>
          <p:cNvSpPr txBox="1"/>
          <p:nvPr>
            <p:ph idx="1" type="subTitle"/>
          </p:nvPr>
        </p:nvSpPr>
        <p:spPr>
          <a:xfrm>
            <a:off x="1130760" y="4050720"/>
            <a:ext cx="5826600" cy="109692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46" name="Shape 246"/>
        <p:cNvGrpSpPr/>
        <p:nvPr/>
      </p:nvGrpSpPr>
      <p:grpSpPr>
        <a:xfrm>
          <a:off x="0" y="0"/>
          <a:ext cx="0" cy="0"/>
          <a:chOff x="0" y="0"/>
          <a:chExt cx="0" cy="0"/>
        </a:xfrm>
      </p:grpSpPr>
      <p:sp>
        <p:nvSpPr>
          <p:cNvPr id="247" name="Google Shape;247;p56"/>
          <p:cNvSpPr txBox="1"/>
          <p:nvPr>
            <p:ph type="title"/>
          </p:nvPr>
        </p:nvSpPr>
        <p:spPr>
          <a:xfrm>
            <a:off x="1130760" y="2404440"/>
            <a:ext cx="5826600" cy="16462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8" name="Google Shape;248;p56"/>
          <p:cNvSpPr txBox="1"/>
          <p:nvPr>
            <p:ph idx="1" type="body"/>
          </p:nvPr>
        </p:nvSpPr>
        <p:spPr>
          <a:xfrm>
            <a:off x="1130760" y="4050720"/>
            <a:ext cx="5826600" cy="10969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49" name="Shape 249"/>
        <p:cNvGrpSpPr/>
        <p:nvPr/>
      </p:nvGrpSpPr>
      <p:grpSpPr>
        <a:xfrm>
          <a:off x="0" y="0"/>
          <a:ext cx="0" cy="0"/>
          <a:chOff x="0" y="0"/>
          <a:chExt cx="0" cy="0"/>
        </a:xfrm>
      </p:grpSpPr>
      <p:sp>
        <p:nvSpPr>
          <p:cNvPr id="250" name="Google Shape;250;p57"/>
          <p:cNvSpPr txBox="1"/>
          <p:nvPr>
            <p:ph type="title"/>
          </p:nvPr>
        </p:nvSpPr>
        <p:spPr>
          <a:xfrm>
            <a:off x="1130760" y="2404440"/>
            <a:ext cx="5826600" cy="16462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1" name="Google Shape;251;p57"/>
          <p:cNvSpPr txBox="1"/>
          <p:nvPr>
            <p:ph idx="1" type="body"/>
          </p:nvPr>
        </p:nvSpPr>
        <p:spPr>
          <a:xfrm>
            <a:off x="1130760" y="4050720"/>
            <a:ext cx="2843280" cy="10969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52" name="Google Shape;252;p57"/>
          <p:cNvSpPr txBox="1"/>
          <p:nvPr>
            <p:ph idx="2" type="body"/>
          </p:nvPr>
        </p:nvSpPr>
        <p:spPr>
          <a:xfrm>
            <a:off x="4116600" y="4050720"/>
            <a:ext cx="2843280" cy="10969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3" name="Shape 253"/>
        <p:cNvGrpSpPr/>
        <p:nvPr/>
      </p:nvGrpSpPr>
      <p:grpSpPr>
        <a:xfrm>
          <a:off x="0" y="0"/>
          <a:ext cx="0" cy="0"/>
          <a:chOff x="0" y="0"/>
          <a:chExt cx="0" cy="0"/>
        </a:xfrm>
      </p:grpSpPr>
      <p:sp>
        <p:nvSpPr>
          <p:cNvPr id="254" name="Google Shape;254;p58"/>
          <p:cNvSpPr txBox="1"/>
          <p:nvPr>
            <p:ph type="title"/>
          </p:nvPr>
        </p:nvSpPr>
        <p:spPr>
          <a:xfrm>
            <a:off x="1130760" y="2404440"/>
            <a:ext cx="5826600" cy="16462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55" name="Shape 255"/>
        <p:cNvGrpSpPr/>
        <p:nvPr/>
      </p:nvGrpSpPr>
      <p:grpSpPr>
        <a:xfrm>
          <a:off x="0" y="0"/>
          <a:ext cx="0" cy="0"/>
          <a:chOff x="0" y="0"/>
          <a:chExt cx="0" cy="0"/>
        </a:xfrm>
      </p:grpSpPr>
      <p:sp>
        <p:nvSpPr>
          <p:cNvPr id="256" name="Google Shape;256;p59"/>
          <p:cNvSpPr txBox="1"/>
          <p:nvPr>
            <p:ph idx="1" type="subTitle"/>
          </p:nvPr>
        </p:nvSpPr>
        <p:spPr>
          <a:xfrm>
            <a:off x="1130760" y="2404440"/>
            <a:ext cx="5826600" cy="763236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57" name="Shape 257"/>
        <p:cNvGrpSpPr/>
        <p:nvPr/>
      </p:nvGrpSpPr>
      <p:grpSpPr>
        <a:xfrm>
          <a:off x="0" y="0"/>
          <a:ext cx="0" cy="0"/>
          <a:chOff x="0" y="0"/>
          <a:chExt cx="0" cy="0"/>
        </a:xfrm>
      </p:grpSpPr>
      <p:sp>
        <p:nvSpPr>
          <p:cNvPr id="258" name="Google Shape;258;p60"/>
          <p:cNvSpPr txBox="1"/>
          <p:nvPr>
            <p:ph type="title"/>
          </p:nvPr>
        </p:nvSpPr>
        <p:spPr>
          <a:xfrm>
            <a:off x="1130760" y="2404440"/>
            <a:ext cx="5826600" cy="16462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9" name="Google Shape;259;p60"/>
          <p:cNvSpPr txBox="1"/>
          <p:nvPr>
            <p:ph idx="1" type="body"/>
          </p:nvPr>
        </p:nvSpPr>
        <p:spPr>
          <a:xfrm>
            <a:off x="1130760" y="405072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0" name="Google Shape;260;p60"/>
          <p:cNvSpPr txBox="1"/>
          <p:nvPr>
            <p:ph idx="2" type="body"/>
          </p:nvPr>
        </p:nvSpPr>
        <p:spPr>
          <a:xfrm>
            <a:off x="4116600" y="4050720"/>
            <a:ext cx="2843280" cy="10969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1" name="Google Shape;261;p60"/>
          <p:cNvSpPr txBox="1"/>
          <p:nvPr>
            <p:ph idx="3" type="body"/>
          </p:nvPr>
        </p:nvSpPr>
        <p:spPr>
          <a:xfrm>
            <a:off x="1130760" y="462384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62" name="Shape 262"/>
        <p:cNvGrpSpPr/>
        <p:nvPr/>
      </p:nvGrpSpPr>
      <p:grpSpPr>
        <a:xfrm>
          <a:off x="0" y="0"/>
          <a:ext cx="0" cy="0"/>
          <a:chOff x="0" y="0"/>
          <a:chExt cx="0" cy="0"/>
        </a:xfrm>
      </p:grpSpPr>
      <p:sp>
        <p:nvSpPr>
          <p:cNvPr id="263" name="Google Shape;263;p61"/>
          <p:cNvSpPr txBox="1"/>
          <p:nvPr>
            <p:ph type="title"/>
          </p:nvPr>
        </p:nvSpPr>
        <p:spPr>
          <a:xfrm>
            <a:off x="1130760" y="2404440"/>
            <a:ext cx="5826600" cy="16462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4" name="Google Shape;264;p61"/>
          <p:cNvSpPr txBox="1"/>
          <p:nvPr>
            <p:ph idx="1" type="body"/>
          </p:nvPr>
        </p:nvSpPr>
        <p:spPr>
          <a:xfrm>
            <a:off x="1130760" y="4050720"/>
            <a:ext cx="2843280" cy="109692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5" name="Google Shape;265;p61"/>
          <p:cNvSpPr txBox="1"/>
          <p:nvPr>
            <p:ph idx="2" type="body"/>
          </p:nvPr>
        </p:nvSpPr>
        <p:spPr>
          <a:xfrm>
            <a:off x="4116600" y="405072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6" name="Google Shape;266;p61"/>
          <p:cNvSpPr txBox="1"/>
          <p:nvPr>
            <p:ph idx="3" type="body"/>
          </p:nvPr>
        </p:nvSpPr>
        <p:spPr>
          <a:xfrm>
            <a:off x="4116600" y="462384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67" name="Shape 267"/>
        <p:cNvGrpSpPr/>
        <p:nvPr/>
      </p:nvGrpSpPr>
      <p:grpSpPr>
        <a:xfrm>
          <a:off x="0" y="0"/>
          <a:ext cx="0" cy="0"/>
          <a:chOff x="0" y="0"/>
          <a:chExt cx="0" cy="0"/>
        </a:xfrm>
      </p:grpSpPr>
      <p:sp>
        <p:nvSpPr>
          <p:cNvPr id="268" name="Google Shape;268;p62"/>
          <p:cNvSpPr txBox="1"/>
          <p:nvPr>
            <p:ph type="title"/>
          </p:nvPr>
        </p:nvSpPr>
        <p:spPr>
          <a:xfrm>
            <a:off x="1130760" y="2404440"/>
            <a:ext cx="5826600" cy="16462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9" name="Google Shape;269;p62"/>
          <p:cNvSpPr txBox="1"/>
          <p:nvPr>
            <p:ph idx="1" type="body"/>
          </p:nvPr>
        </p:nvSpPr>
        <p:spPr>
          <a:xfrm>
            <a:off x="1130760" y="405072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0" name="Google Shape;270;p62"/>
          <p:cNvSpPr txBox="1"/>
          <p:nvPr>
            <p:ph idx="2" type="body"/>
          </p:nvPr>
        </p:nvSpPr>
        <p:spPr>
          <a:xfrm>
            <a:off x="4116600" y="405072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1" name="Google Shape;271;p62"/>
          <p:cNvSpPr txBox="1"/>
          <p:nvPr>
            <p:ph idx="3" type="body"/>
          </p:nvPr>
        </p:nvSpPr>
        <p:spPr>
          <a:xfrm>
            <a:off x="1130760" y="4623840"/>
            <a:ext cx="582660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72" name="Shape 272"/>
        <p:cNvGrpSpPr/>
        <p:nvPr/>
      </p:nvGrpSpPr>
      <p:grpSpPr>
        <a:xfrm>
          <a:off x="0" y="0"/>
          <a:ext cx="0" cy="0"/>
          <a:chOff x="0" y="0"/>
          <a:chExt cx="0" cy="0"/>
        </a:xfrm>
      </p:grpSpPr>
      <p:sp>
        <p:nvSpPr>
          <p:cNvPr id="273" name="Google Shape;273;p63"/>
          <p:cNvSpPr txBox="1"/>
          <p:nvPr>
            <p:ph type="title"/>
          </p:nvPr>
        </p:nvSpPr>
        <p:spPr>
          <a:xfrm>
            <a:off x="1130760" y="2404440"/>
            <a:ext cx="5826600" cy="16462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4" name="Google Shape;274;p63"/>
          <p:cNvSpPr txBox="1"/>
          <p:nvPr>
            <p:ph idx="1" type="body"/>
          </p:nvPr>
        </p:nvSpPr>
        <p:spPr>
          <a:xfrm>
            <a:off x="1130760" y="4050720"/>
            <a:ext cx="582660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5" name="Google Shape;275;p63"/>
          <p:cNvSpPr txBox="1"/>
          <p:nvPr>
            <p:ph idx="2" type="body"/>
          </p:nvPr>
        </p:nvSpPr>
        <p:spPr>
          <a:xfrm>
            <a:off x="1130760" y="4623840"/>
            <a:ext cx="582660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76" name="Shape 276"/>
        <p:cNvGrpSpPr/>
        <p:nvPr/>
      </p:nvGrpSpPr>
      <p:grpSpPr>
        <a:xfrm>
          <a:off x="0" y="0"/>
          <a:ext cx="0" cy="0"/>
          <a:chOff x="0" y="0"/>
          <a:chExt cx="0" cy="0"/>
        </a:xfrm>
      </p:grpSpPr>
      <p:sp>
        <p:nvSpPr>
          <p:cNvPr id="277" name="Google Shape;277;p64"/>
          <p:cNvSpPr txBox="1"/>
          <p:nvPr>
            <p:ph type="title"/>
          </p:nvPr>
        </p:nvSpPr>
        <p:spPr>
          <a:xfrm>
            <a:off x="1130760" y="2404440"/>
            <a:ext cx="5826600" cy="16462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8" name="Google Shape;278;p64"/>
          <p:cNvSpPr txBox="1"/>
          <p:nvPr>
            <p:ph idx="1" type="body"/>
          </p:nvPr>
        </p:nvSpPr>
        <p:spPr>
          <a:xfrm>
            <a:off x="1130760" y="405072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9" name="Google Shape;279;p64"/>
          <p:cNvSpPr txBox="1"/>
          <p:nvPr>
            <p:ph idx="2" type="body"/>
          </p:nvPr>
        </p:nvSpPr>
        <p:spPr>
          <a:xfrm>
            <a:off x="4116600" y="405072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0" name="Google Shape;280;p64"/>
          <p:cNvSpPr txBox="1"/>
          <p:nvPr>
            <p:ph idx="3" type="body"/>
          </p:nvPr>
        </p:nvSpPr>
        <p:spPr>
          <a:xfrm>
            <a:off x="1130760" y="462384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1" name="Google Shape;281;p64"/>
          <p:cNvSpPr txBox="1"/>
          <p:nvPr>
            <p:ph idx="4" type="body"/>
          </p:nvPr>
        </p:nvSpPr>
        <p:spPr>
          <a:xfrm>
            <a:off x="4116600" y="4623840"/>
            <a:ext cx="284328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82" name="Shape 282"/>
        <p:cNvGrpSpPr/>
        <p:nvPr/>
      </p:nvGrpSpPr>
      <p:grpSpPr>
        <a:xfrm>
          <a:off x="0" y="0"/>
          <a:ext cx="0" cy="0"/>
          <a:chOff x="0" y="0"/>
          <a:chExt cx="0" cy="0"/>
        </a:xfrm>
      </p:grpSpPr>
      <p:sp>
        <p:nvSpPr>
          <p:cNvPr id="283" name="Google Shape;283;p65"/>
          <p:cNvSpPr txBox="1"/>
          <p:nvPr>
            <p:ph type="title"/>
          </p:nvPr>
        </p:nvSpPr>
        <p:spPr>
          <a:xfrm>
            <a:off x="1130760" y="2404440"/>
            <a:ext cx="5826600" cy="1646280"/>
          </a:xfrm>
          <a:prstGeom prst="rect">
            <a:avLst/>
          </a:prstGeom>
          <a:noFill/>
          <a:ln>
            <a:noFill/>
          </a:ln>
        </p:spPr>
        <p:txBody>
          <a:bodyPr anchorCtr="0" anchor="ctr" bIns="0" lIns="0" spcFirstLastPara="1" rIns="0" wrap="square" tIns="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4" name="Google Shape;284;p65"/>
          <p:cNvSpPr txBox="1"/>
          <p:nvPr>
            <p:ph idx="1" type="body"/>
          </p:nvPr>
        </p:nvSpPr>
        <p:spPr>
          <a:xfrm>
            <a:off x="1130760" y="4050720"/>
            <a:ext cx="187596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5" name="Google Shape;285;p65"/>
          <p:cNvSpPr txBox="1"/>
          <p:nvPr>
            <p:ph idx="2" type="body"/>
          </p:nvPr>
        </p:nvSpPr>
        <p:spPr>
          <a:xfrm>
            <a:off x="3101040" y="4050720"/>
            <a:ext cx="187596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6" name="Google Shape;286;p65"/>
          <p:cNvSpPr txBox="1"/>
          <p:nvPr>
            <p:ph idx="3" type="body"/>
          </p:nvPr>
        </p:nvSpPr>
        <p:spPr>
          <a:xfrm>
            <a:off x="5070960" y="4050720"/>
            <a:ext cx="187596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7" name="Google Shape;287;p65"/>
          <p:cNvSpPr txBox="1"/>
          <p:nvPr>
            <p:ph idx="4" type="body"/>
          </p:nvPr>
        </p:nvSpPr>
        <p:spPr>
          <a:xfrm>
            <a:off x="1130760" y="4623840"/>
            <a:ext cx="187596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8" name="Google Shape;288;p65"/>
          <p:cNvSpPr txBox="1"/>
          <p:nvPr>
            <p:ph idx="5" type="body"/>
          </p:nvPr>
        </p:nvSpPr>
        <p:spPr>
          <a:xfrm>
            <a:off x="3101040" y="4623840"/>
            <a:ext cx="187596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9" name="Google Shape;289;p65"/>
          <p:cNvSpPr txBox="1"/>
          <p:nvPr>
            <p:ph idx="6" type="body"/>
          </p:nvPr>
        </p:nvSpPr>
        <p:spPr>
          <a:xfrm>
            <a:off x="5070960" y="4623840"/>
            <a:ext cx="1875960" cy="523080"/>
          </a:xfrm>
          <a:prstGeom prst="rect">
            <a:avLst/>
          </a:prstGeom>
          <a:noFill/>
          <a:ln>
            <a:noFill/>
          </a:ln>
        </p:spPr>
        <p:txBody>
          <a:bodyPr anchorCtr="0" anchor="t" bIns="0" lIns="0" spcFirstLastPara="1" rIns="0" wrap="square" tIns="0">
            <a:norm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theme" Target="../theme/theme2.xml"/><Relationship Id="rId12" Type="http://schemas.openxmlformats.org/officeDocument/2006/relationships/slideLayout" Target="../slideLayouts/slideLayout24.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5.xml"/><Relationship Id="rId10" Type="http://schemas.openxmlformats.org/officeDocument/2006/relationships/slideLayout" Target="../slideLayouts/slideLayout34.xml"/><Relationship Id="rId13" Type="http://schemas.openxmlformats.org/officeDocument/2006/relationships/theme" Target="../theme/theme4.xml"/><Relationship Id="rId12" Type="http://schemas.openxmlformats.org/officeDocument/2006/relationships/slideLayout" Target="../slideLayouts/slideLayout36.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7.xml"/><Relationship Id="rId10" Type="http://schemas.openxmlformats.org/officeDocument/2006/relationships/slideLayout" Target="../slideLayouts/slideLayout46.xml"/><Relationship Id="rId13" Type="http://schemas.openxmlformats.org/officeDocument/2006/relationships/theme" Target="../theme/theme3.xml"/><Relationship Id="rId12" Type="http://schemas.openxmlformats.org/officeDocument/2006/relationships/slideLayout" Target="../slideLayouts/slideLayout48.xml"/><Relationship Id="rId1" Type="http://schemas.openxmlformats.org/officeDocument/2006/relationships/slideLayout" Target="../slideLayouts/slideLayout37.xml"/><Relationship Id="rId2" Type="http://schemas.openxmlformats.org/officeDocument/2006/relationships/slideLayout" Target="../slideLayouts/slideLayout38.xml"/><Relationship Id="rId3" Type="http://schemas.openxmlformats.org/officeDocument/2006/relationships/slideLayout" Target="../slideLayouts/slideLayout39.xml"/><Relationship Id="rId4" Type="http://schemas.openxmlformats.org/officeDocument/2006/relationships/slideLayout" Target="../slideLayouts/slideLayout40.xml"/><Relationship Id="rId9" Type="http://schemas.openxmlformats.org/officeDocument/2006/relationships/slideLayout" Target="../slideLayouts/slideLayout45.xml"/><Relationship Id="rId5" Type="http://schemas.openxmlformats.org/officeDocument/2006/relationships/slideLayout" Target="../slideLayouts/slideLayout41.xml"/><Relationship Id="rId6" Type="http://schemas.openxmlformats.org/officeDocument/2006/relationships/slideLayout" Target="../slideLayouts/slideLayout42.xml"/><Relationship Id="rId7" Type="http://schemas.openxmlformats.org/officeDocument/2006/relationships/slideLayout" Target="../slideLayouts/slideLayout43.xml"/><Relationship Id="rId8" Type="http://schemas.openxmlformats.org/officeDocument/2006/relationships/slideLayout" Target="../slideLayouts/slideLayout44.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59.xml"/><Relationship Id="rId10" Type="http://schemas.openxmlformats.org/officeDocument/2006/relationships/slideLayout" Target="../slideLayouts/slideLayout58.xml"/><Relationship Id="rId13" Type="http://schemas.openxmlformats.org/officeDocument/2006/relationships/theme" Target="../theme/theme6.xml"/><Relationship Id="rId12" Type="http://schemas.openxmlformats.org/officeDocument/2006/relationships/slideLayout" Target="../slideLayouts/slideLayout60.xml"/><Relationship Id="rId1" Type="http://schemas.openxmlformats.org/officeDocument/2006/relationships/slideLayout" Target="../slideLayouts/slideLayout49.xml"/><Relationship Id="rId2" Type="http://schemas.openxmlformats.org/officeDocument/2006/relationships/slideLayout" Target="../slideLayouts/slideLayout50.xml"/><Relationship Id="rId3" Type="http://schemas.openxmlformats.org/officeDocument/2006/relationships/slideLayout" Target="../slideLayouts/slideLayout51.xml"/><Relationship Id="rId4" Type="http://schemas.openxmlformats.org/officeDocument/2006/relationships/slideLayout" Target="../slideLayouts/slideLayout52.xml"/><Relationship Id="rId9" Type="http://schemas.openxmlformats.org/officeDocument/2006/relationships/slideLayout" Target="../slideLayouts/slideLayout57.xml"/><Relationship Id="rId5" Type="http://schemas.openxmlformats.org/officeDocument/2006/relationships/slideLayout" Target="../slideLayouts/slideLayout53.xml"/><Relationship Id="rId6" Type="http://schemas.openxmlformats.org/officeDocument/2006/relationships/slideLayout" Target="../slideLayouts/slideLayout54.xml"/><Relationship Id="rId7" Type="http://schemas.openxmlformats.org/officeDocument/2006/relationships/slideLayout" Target="../slideLayouts/slideLayout55.xml"/><Relationship Id="rId8"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1"/>
          <p:cNvSpPr txBox="1"/>
          <p:nvPr>
            <p:ph idx="10" type="dt"/>
          </p:nvPr>
        </p:nvSpPr>
        <p:spPr>
          <a:xfrm>
            <a:off x="628560" y="6356520"/>
            <a:ext cx="2057400" cy="365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1" name="Google Shape;11;p1"/>
          <p:cNvSpPr txBox="1"/>
          <p:nvPr>
            <p:ph idx="11" type="ftr"/>
          </p:nvPr>
        </p:nvSpPr>
        <p:spPr>
          <a:xfrm>
            <a:off x="3029040" y="6356520"/>
            <a:ext cx="3085920" cy="365040"/>
          </a:xfrm>
          <a:prstGeom prst="rect">
            <a:avLst/>
          </a:prstGeom>
          <a:noFill/>
          <a:ln>
            <a:noFill/>
          </a:ln>
        </p:spPr>
        <p:txBody>
          <a:bodyPr anchorCtr="1"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 name="Google Shape;12;p1"/>
          <p:cNvSpPr txBox="1"/>
          <p:nvPr>
            <p:ph idx="12" type="sldNum"/>
          </p:nvPr>
        </p:nvSpPr>
        <p:spPr>
          <a:xfrm>
            <a:off x="6458040" y="6356520"/>
            <a:ext cx="2057400" cy="36504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13" name="Google Shape;13;p1"/>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4" name="Google Shape;14;p1"/>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 name="Shape 63"/>
        <p:cNvGrpSpPr/>
        <p:nvPr/>
      </p:nvGrpSpPr>
      <p:grpSpPr>
        <a:xfrm>
          <a:off x="0" y="0"/>
          <a:ext cx="0" cy="0"/>
          <a:chOff x="0" y="0"/>
          <a:chExt cx="0" cy="0"/>
        </a:xfrm>
      </p:grpSpPr>
      <p:sp>
        <p:nvSpPr>
          <p:cNvPr id="64" name="Google Shape;64;p14"/>
          <p:cNvSpPr txBox="1"/>
          <p:nvPr>
            <p:ph idx="10" type="dt"/>
          </p:nvPr>
        </p:nvSpPr>
        <p:spPr>
          <a:xfrm>
            <a:off x="628560" y="6356520"/>
            <a:ext cx="2057400" cy="365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5" name="Google Shape;65;p14"/>
          <p:cNvSpPr txBox="1"/>
          <p:nvPr>
            <p:ph idx="11" type="ftr"/>
          </p:nvPr>
        </p:nvSpPr>
        <p:spPr>
          <a:xfrm>
            <a:off x="3029040" y="6356520"/>
            <a:ext cx="3085920" cy="365040"/>
          </a:xfrm>
          <a:prstGeom prst="rect">
            <a:avLst/>
          </a:prstGeom>
          <a:noFill/>
          <a:ln>
            <a:noFill/>
          </a:ln>
        </p:spPr>
        <p:txBody>
          <a:bodyPr anchorCtr="1"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6" name="Google Shape;66;p14"/>
          <p:cNvSpPr txBox="1"/>
          <p:nvPr>
            <p:ph idx="12" type="sldNum"/>
          </p:nvPr>
        </p:nvSpPr>
        <p:spPr>
          <a:xfrm>
            <a:off x="6458040" y="6356520"/>
            <a:ext cx="2057400" cy="36504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67" name="Google Shape;67;p14"/>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68" name="Google Shape;68;p14"/>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 name="Shape 117"/>
        <p:cNvGrpSpPr/>
        <p:nvPr/>
      </p:nvGrpSpPr>
      <p:grpSpPr>
        <a:xfrm>
          <a:off x="0" y="0"/>
          <a:ext cx="0" cy="0"/>
          <a:chOff x="0" y="0"/>
          <a:chExt cx="0" cy="0"/>
        </a:xfrm>
      </p:grpSpPr>
      <p:sp>
        <p:nvSpPr>
          <p:cNvPr id="118" name="Google Shape;118;p27"/>
          <p:cNvSpPr txBox="1"/>
          <p:nvPr>
            <p:ph idx="10" type="dt"/>
          </p:nvPr>
        </p:nvSpPr>
        <p:spPr>
          <a:xfrm>
            <a:off x="628560" y="6356520"/>
            <a:ext cx="2057400" cy="365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19" name="Google Shape;119;p27"/>
          <p:cNvSpPr txBox="1"/>
          <p:nvPr>
            <p:ph idx="11" type="ftr"/>
          </p:nvPr>
        </p:nvSpPr>
        <p:spPr>
          <a:xfrm>
            <a:off x="3029040" y="6356520"/>
            <a:ext cx="3085920" cy="365040"/>
          </a:xfrm>
          <a:prstGeom prst="rect">
            <a:avLst/>
          </a:prstGeom>
          <a:noFill/>
          <a:ln>
            <a:noFill/>
          </a:ln>
        </p:spPr>
        <p:txBody>
          <a:bodyPr anchorCtr="1"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0" name="Google Shape;120;p27"/>
          <p:cNvSpPr txBox="1"/>
          <p:nvPr>
            <p:ph idx="12" type="sldNum"/>
          </p:nvPr>
        </p:nvSpPr>
        <p:spPr>
          <a:xfrm>
            <a:off x="6458040" y="6356520"/>
            <a:ext cx="2057400" cy="36504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121" name="Google Shape;121;p27"/>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2" name="Google Shape;122;p27"/>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1" name="Shape 171"/>
        <p:cNvGrpSpPr/>
        <p:nvPr/>
      </p:nvGrpSpPr>
      <p:grpSpPr>
        <a:xfrm>
          <a:off x="0" y="0"/>
          <a:ext cx="0" cy="0"/>
          <a:chOff x="0" y="0"/>
          <a:chExt cx="0" cy="0"/>
        </a:xfrm>
      </p:grpSpPr>
      <p:grpSp>
        <p:nvGrpSpPr>
          <p:cNvPr id="172" name="Google Shape;172;p40"/>
          <p:cNvGrpSpPr/>
          <p:nvPr/>
        </p:nvGrpSpPr>
        <p:grpSpPr>
          <a:xfrm>
            <a:off x="-8640" y="-8640"/>
            <a:ext cx="9169920" cy="6875280"/>
            <a:chOff x="-8640" y="-8640"/>
            <a:chExt cx="9169920" cy="6875280"/>
          </a:xfrm>
        </p:grpSpPr>
        <p:cxnSp>
          <p:nvCxnSpPr>
            <p:cNvPr id="173" name="Google Shape;173;p40"/>
            <p:cNvCxnSpPr/>
            <p:nvPr/>
          </p:nvCxnSpPr>
          <p:spPr>
            <a:xfrm flipH="1" rot="10800000">
              <a:off x="5130720" y="4175640"/>
              <a:ext cx="4023000" cy="2682720"/>
            </a:xfrm>
            <a:prstGeom prst="straightConnector1">
              <a:avLst/>
            </a:prstGeom>
            <a:noFill/>
            <a:ln cap="flat" cmpd="sng" w="9525">
              <a:solidFill>
                <a:srgbClr val="D9D9D9"/>
              </a:solidFill>
              <a:prstDash val="solid"/>
              <a:miter lim="8000"/>
              <a:headEnd len="sm" w="sm" type="none"/>
              <a:tailEnd len="sm" w="sm" type="none"/>
            </a:ln>
          </p:spPr>
        </p:cxnSp>
        <p:cxnSp>
          <p:nvCxnSpPr>
            <p:cNvPr id="174" name="Google Shape;174;p40"/>
            <p:cNvCxnSpPr/>
            <p:nvPr/>
          </p:nvCxnSpPr>
          <p:spPr>
            <a:xfrm>
              <a:off x="7042680" y="0"/>
              <a:ext cx="1219680" cy="6858360"/>
            </a:xfrm>
            <a:prstGeom prst="straightConnector1">
              <a:avLst/>
            </a:prstGeom>
            <a:noFill/>
            <a:ln cap="flat" cmpd="sng" w="9525">
              <a:solidFill>
                <a:srgbClr val="BFBFBF"/>
              </a:solidFill>
              <a:prstDash val="solid"/>
              <a:miter lim="8000"/>
              <a:headEnd len="sm" w="sm" type="none"/>
              <a:tailEnd len="sm" w="sm" type="none"/>
            </a:ln>
          </p:spPr>
        </p:cxnSp>
        <p:sp>
          <p:nvSpPr>
            <p:cNvPr id="175" name="Google Shape;175;p40"/>
            <p:cNvSpPr/>
            <p:nvPr/>
          </p:nvSpPr>
          <p:spPr>
            <a:xfrm>
              <a:off x="6891840" y="0"/>
              <a:ext cx="2269440" cy="6866640"/>
            </a:xfrm>
            <a:custGeom>
              <a:rect b="b" l="l" r="r" t="t"/>
              <a:pathLst>
                <a:path extrusionOk="0" h="6866466" w="2271889">
                  <a:moveTo>
                    <a:pt x="2023534" y="0"/>
                  </a:moveTo>
                  <a:lnTo>
                    <a:pt x="0" y="6858000"/>
                  </a:lnTo>
                  <a:lnTo>
                    <a:pt x="2269067" y="6866466"/>
                  </a:lnTo>
                  <a:cubicBezTo>
                    <a:pt x="2271889" y="4580466"/>
                    <a:pt x="2257778" y="2294466"/>
                    <a:pt x="2260600" y="8466"/>
                  </a:cubicBezTo>
                  <a:lnTo>
                    <a:pt x="2023534" y="0"/>
                  </a:lnTo>
                  <a:close/>
                </a:path>
              </a:pathLst>
            </a:custGeom>
            <a:solidFill>
              <a:srgbClr val="90C226">
                <a:alpha val="2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40"/>
            <p:cNvSpPr/>
            <p:nvPr/>
          </p:nvSpPr>
          <p:spPr>
            <a:xfrm>
              <a:off x="7205040" y="-8640"/>
              <a:ext cx="1948320" cy="6866640"/>
            </a:xfrm>
            <a:custGeom>
              <a:rect b="b" l="l" r="r" t="t"/>
              <a:pathLst>
                <a:path extrusionOk="0" h="6866467" w="1950155">
                  <a:moveTo>
                    <a:pt x="0" y="0"/>
                  </a:moveTo>
                  <a:lnTo>
                    <a:pt x="1202267" y="6866467"/>
                  </a:lnTo>
                  <a:lnTo>
                    <a:pt x="1947333" y="6866467"/>
                  </a:lnTo>
                  <a:cubicBezTo>
                    <a:pt x="1944511" y="4577645"/>
                    <a:pt x="1950155" y="2288822"/>
                    <a:pt x="1947333" y="0"/>
                  </a:cubicBezTo>
                  <a:lnTo>
                    <a:pt x="0" y="0"/>
                  </a:lnTo>
                  <a:close/>
                </a:path>
              </a:pathLst>
            </a:custGeom>
            <a:solidFill>
              <a:srgbClr val="90C226">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40"/>
            <p:cNvSpPr/>
            <p:nvPr/>
          </p:nvSpPr>
          <p:spPr>
            <a:xfrm>
              <a:off x="6638040" y="3920040"/>
              <a:ext cx="2513520" cy="2937960"/>
            </a:xfrm>
            <a:custGeom>
              <a:rect b="b" l="l" r="r" t="t"/>
              <a:pathLst>
                <a:path extrusionOk="0" h="3810000" w="3259667">
                  <a:moveTo>
                    <a:pt x="0" y="3810000"/>
                  </a:moveTo>
                  <a:lnTo>
                    <a:pt x="3251200" y="0"/>
                  </a:lnTo>
                  <a:cubicBezTo>
                    <a:pt x="3254022" y="1270000"/>
                    <a:pt x="3256845" y="2540000"/>
                    <a:pt x="3259667" y="3810000"/>
                  </a:cubicBezTo>
                  <a:lnTo>
                    <a:pt x="0" y="3810000"/>
                  </a:lnTo>
                  <a:close/>
                </a:path>
              </a:pathLst>
            </a:custGeom>
            <a:solidFill>
              <a:srgbClr val="54A021">
                <a:alpha val="71764"/>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40"/>
            <p:cNvSpPr/>
            <p:nvPr/>
          </p:nvSpPr>
          <p:spPr>
            <a:xfrm>
              <a:off x="7010280" y="-8640"/>
              <a:ext cx="2142720" cy="6866640"/>
            </a:xfrm>
            <a:custGeom>
              <a:rect b="b" l="l" r="r" t="t"/>
              <a:pathLst>
                <a:path extrusionOk="0" h="6866467" w="2853267">
                  <a:moveTo>
                    <a:pt x="0" y="0"/>
                  </a:moveTo>
                  <a:lnTo>
                    <a:pt x="2472267" y="6866467"/>
                  </a:lnTo>
                  <a:lnTo>
                    <a:pt x="2853267" y="6858000"/>
                  </a:lnTo>
                  <a:lnTo>
                    <a:pt x="2853267" y="0"/>
                  </a:lnTo>
                  <a:lnTo>
                    <a:pt x="0" y="0"/>
                  </a:lnTo>
                  <a:close/>
                </a:path>
              </a:pathLst>
            </a:custGeom>
            <a:solidFill>
              <a:srgbClr val="3F7819">
                <a:alpha val="69803"/>
              </a:srgbClr>
            </a:solidFill>
            <a:ln>
              <a:noFill/>
            </a:ln>
          </p:spPr>
        </p:sp>
        <p:sp>
          <p:nvSpPr>
            <p:cNvPr id="179" name="Google Shape;179;p40"/>
            <p:cNvSpPr/>
            <p:nvPr/>
          </p:nvSpPr>
          <p:spPr>
            <a:xfrm>
              <a:off x="8295840" y="-8640"/>
              <a:ext cx="857520" cy="6866640"/>
            </a:xfrm>
            <a:custGeom>
              <a:rect b="b" l="l" r="r" t="t"/>
              <a:pathLst>
                <a:path extrusionOk="0" h="6866467" w="1286933">
                  <a:moveTo>
                    <a:pt x="1016000" y="0"/>
                  </a:moveTo>
                  <a:lnTo>
                    <a:pt x="0" y="6866467"/>
                  </a:lnTo>
                  <a:lnTo>
                    <a:pt x="1286933" y="6866467"/>
                  </a:lnTo>
                  <a:cubicBezTo>
                    <a:pt x="1284111" y="4577645"/>
                    <a:pt x="1281288" y="2288822"/>
                    <a:pt x="1278466" y="0"/>
                  </a:cubicBezTo>
                  <a:lnTo>
                    <a:pt x="1016000" y="0"/>
                  </a:lnTo>
                  <a:close/>
                </a:path>
              </a:pathLst>
            </a:custGeom>
            <a:solidFill>
              <a:srgbClr val="C0E474">
                <a:alpha val="6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40"/>
            <p:cNvSpPr/>
            <p:nvPr/>
          </p:nvSpPr>
          <p:spPr>
            <a:xfrm>
              <a:off x="8077320" y="-8640"/>
              <a:ext cx="1066680" cy="6866640"/>
            </a:xfrm>
            <a:custGeom>
              <a:rect b="b" l="l" r="r" t="t"/>
              <a:pathLst>
                <a:path extrusionOk="0" h="6866467" w="1272822">
                  <a:moveTo>
                    <a:pt x="0" y="0"/>
                  </a:moveTo>
                  <a:lnTo>
                    <a:pt x="1117600" y="6866467"/>
                  </a:lnTo>
                  <a:lnTo>
                    <a:pt x="1270000" y="6866467"/>
                  </a:lnTo>
                  <a:cubicBezTo>
                    <a:pt x="1272822" y="4574822"/>
                    <a:pt x="1250245" y="2291645"/>
                    <a:pt x="1253067" y="0"/>
                  </a:cubicBezTo>
                  <a:lnTo>
                    <a:pt x="0" y="0"/>
                  </a:lnTo>
                  <a:close/>
                </a:path>
              </a:pathLst>
            </a:custGeom>
            <a:solidFill>
              <a:srgbClr val="90C226">
                <a:alpha val="64705"/>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40"/>
            <p:cNvSpPr/>
            <p:nvPr/>
          </p:nvSpPr>
          <p:spPr>
            <a:xfrm>
              <a:off x="8060400" y="4893840"/>
              <a:ext cx="1094040" cy="1964160"/>
            </a:xfrm>
            <a:custGeom>
              <a:rect b="b" l="l" r="r" t="t"/>
              <a:pathLst>
                <a:path extrusionOk="0" h="3268133" w="1820333">
                  <a:moveTo>
                    <a:pt x="0" y="3268133"/>
                  </a:moveTo>
                  <a:lnTo>
                    <a:pt x="1811866" y="0"/>
                  </a:lnTo>
                  <a:cubicBezTo>
                    <a:pt x="1814688" y="1086555"/>
                    <a:pt x="1817511" y="2173111"/>
                    <a:pt x="1820333" y="3259666"/>
                  </a:cubicBezTo>
                  <a:lnTo>
                    <a:pt x="0" y="3268133"/>
                  </a:lnTo>
                  <a:close/>
                </a:path>
              </a:pathLst>
            </a:custGeom>
            <a:solidFill>
              <a:srgbClr val="90C226">
                <a:alpha val="8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40"/>
            <p:cNvSpPr/>
            <p:nvPr/>
          </p:nvSpPr>
          <p:spPr>
            <a:xfrm>
              <a:off x="-8640" y="-8640"/>
              <a:ext cx="863640" cy="5698080"/>
            </a:xfrm>
            <a:custGeom>
              <a:rect b="b" l="l" r="r" t="t"/>
              <a:pathLst>
                <a:path extrusionOk="0" h="5698067" w="863600">
                  <a:moveTo>
                    <a:pt x="0" y="8467"/>
                  </a:moveTo>
                  <a:lnTo>
                    <a:pt x="863600" y="0"/>
                  </a:lnTo>
                  <a:lnTo>
                    <a:pt x="863600" y="16934"/>
                  </a:lnTo>
                  <a:lnTo>
                    <a:pt x="0" y="5698067"/>
                  </a:lnTo>
                  <a:lnTo>
                    <a:pt x="0" y="8467"/>
                  </a:lnTo>
                  <a:close/>
                </a:path>
              </a:pathLst>
            </a:custGeom>
            <a:solidFill>
              <a:srgbClr val="90C226">
                <a:alpha val="84705"/>
              </a:srgbClr>
            </a:solidFill>
            <a:ln>
              <a:noFill/>
            </a:ln>
          </p:spPr>
        </p:sp>
      </p:grpSp>
      <p:sp>
        <p:nvSpPr>
          <p:cNvPr id="183" name="Google Shape;183;p40"/>
          <p:cNvSpPr txBox="1"/>
          <p:nvPr>
            <p:ph type="title"/>
          </p:nvPr>
        </p:nvSpPr>
        <p:spPr>
          <a:xfrm>
            <a:off x="1130760" y="2404440"/>
            <a:ext cx="5826600" cy="164628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84" name="Google Shape;184;p40"/>
          <p:cNvSpPr txBox="1"/>
          <p:nvPr>
            <p:ph idx="10" type="dt"/>
          </p:nvPr>
        </p:nvSpPr>
        <p:spPr>
          <a:xfrm>
            <a:off x="5405400" y="6041520"/>
            <a:ext cx="684000" cy="365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85" name="Google Shape;185;p40"/>
          <p:cNvSpPr txBox="1"/>
          <p:nvPr>
            <p:ph idx="11" type="ftr"/>
          </p:nvPr>
        </p:nvSpPr>
        <p:spPr>
          <a:xfrm>
            <a:off x="609480" y="6041520"/>
            <a:ext cx="4623120" cy="365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86" name="Google Shape;186;p40"/>
          <p:cNvSpPr txBox="1"/>
          <p:nvPr>
            <p:ph idx="12" type="sldNum"/>
          </p:nvPr>
        </p:nvSpPr>
        <p:spPr>
          <a:xfrm>
            <a:off x="6444720" y="6041520"/>
            <a:ext cx="512640" cy="36504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b="0" i="0" sz="900" u="none" cap="none" strike="noStrike">
                <a:solidFill>
                  <a:srgbClr val="90C226"/>
                </a:solidFill>
                <a:latin typeface="Trebuchet MS"/>
                <a:ea typeface="Trebuchet MS"/>
                <a:cs typeface="Trebuchet MS"/>
                <a:sym typeface="Trebuchet MS"/>
              </a:defRPr>
            </a:lvl1pPr>
            <a:lvl2pPr indent="0" lvl="1" marL="0" marR="0" rtl="0" algn="r">
              <a:lnSpc>
                <a:spcPct val="100000"/>
              </a:lnSpc>
              <a:spcBef>
                <a:spcPts val="0"/>
              </a:spcBef>
              <a:buNone/>
              <a:defRPr b="0" i="0" sz="900" u="none" cap="none" strike="noStrike">
                <a:solidFill>
                  <a:srgbClr val="90C226"/>
                </a:solidFill>
                <a:latin typeface="Trebuchet MS"/>
                <a:ea typeface="Trebuchet MS"/>
                <a:cs typeface="Trebuchet MS"/>
                <a:sym typeface="Trebuchet MS"/>
              </a:defRPr>
            </a:lvl2pPr>
            <a:lvl3pPr indent="0" lvl="2" marL="0" marR="0" rtl="0" algn="r">
              <a:lnSpc>
                <a:spcPct val="100000"/>
              </a:lnSpc>
              <a:spcBef>
                <a:spcPts val="0"/>
              </a:spcBef>
              <a:buNone/>
              <a:defRPr b="0" i="0" sz="900" u="none" cap="none" strike="noStrike">
                <a:solidFill>
                  <a:srgbClr val="90C226"/>
                </a:solidFill>
                <a:latin typeface="Trebuchet MS"/>
                <a:ea typeface="Trebuchet MS"/>
                <a:cs typeface="Trebuchet MS"/>
                <a:sym typeface="Trebuchet MS"/>
              </a:defRPr>
            </a:lvl3pPr>
            <a:lvl4pPr indent="0" lvl="3" marL="0" marR="0" rtl="0" algn="r">
              <a:lnSpc>
                <a:spcPct val="100000"/>
              </a:lnSpc>
              <a:spcBef>
                <a:spcPts val="0"/>
              </a:spcBef>
              <a:buNone/>
              <a:defRPr b="0" i="0" sz="900" u="none" cap="none" strike="noStrike">
                <a:solidFill>
                  <a:srgbClr val="90C226"/>
                </a:solidFill>
                <a:latin typeface="Trebuchet MS"/>
                <a:ea typeface="Trebuchet MS"/>
                <a:cs typeface="Trebuchet MS"/>
                <a:sym typeface="Trebuchet MS"/>
              </a:defRPr>
            </a:lvl4pPr>
            <a:lvl5pPr indent="0" lvl="4" marL="0" marR="0" rtl="0" algn="r">
              <a:lnSpc>
                <a:spcPct val="100000"/>
              </a:lnSpc>
              <a:spcBef>
                <a:spcPts val="0"/>
              </a:spcBef>
              <a:buNone/>
              <a:defRPr b="0" i="0" sz="900" u="none" cap="none" strike="noStrike">
                <a:solidFill>
                  <a:srgbClr val="90C226"/>
                </a:solidFill>
                <a:latin typeface="Trebuchet MS"/>
                <a:ea typeface="Trebuchet MS"/>
                <a:cs typeface="Trebuchet MS"/>
                <a:sym typeface="Trebuchet MS"/>
              </a:defRPr>
            </a:lvl5pPr>
            <a:lvl6pPr indent="0" lvl="5" marL="0" marR="0" rtl="0" algn="r">
              <a:lnSpc>
                <a:spcPct val="100000"/>
              </a:lnSpc>
              <a:spcBef>
                <a:spcPts val="0"/>
              </a:spcBef>
              <a:buNone/>
              <a:defRPr b="0" i="0" sz="900" u="none" cap="none" strike="noStrike">
                <a:solidFill>
                  <a:srgbClr val="90C226"/>
                </a:solidFill>
                <a:latin typeface="Trebuchet MS"/>
                <a:ea typeface="Trebuchet MS"/>
                <a:cs typeface="Trebuchet MS"/>
                <a:sym typeface="Trebuchet MS"/>
              </a:defRPr>
            </a:lvl6pPr>
            <a:lvl7pPr indent="0" lvl="6" marL="0" marR="0" rtl="0" algn="r">
              <a:lnSpc>
                <a:spcPct val="100000"/>
              </a:lnSpc>
              <a:spcBef>
                <a:spcPts val="0"/>
              </a:spcBef>
              <a:buNone/>
              <a:defRPr b="0" i="0" sz="900" u="none" cap="none" strike="noStrike">
                <a:solidFill>
                  <a:srgbClr val="90C226"/>
                </a:solidFill>
                <a:latin typeface="Trebuchet MS"/>
                <a:ea typeface="Trebuchet MS"/>
                <a:cs typeface="Trebuchet MS"/>
                <a:sym typeface="Trebuchet MS"/>
              </a:defRPr>
            </a:lvl7pPr>
            <a:lvl8pPr indent="0" lvl="7" marL="0" marR="0" rtl="0" algn="r">
              <a:lnSpc>
                <a:spcPct val="100000"/>
              </a:lnSpc>
              <a:spcBef>
                <a:spcPts val="0"/>
              </a:spcBef>
              <a:buNone/>
              <a:defRPr b="0" i="0" sz="900" u="none" cap="none" strike="noStrike">
                <a:solidFill>
                  <a:srgbClr val="90C226"/>
                </a:solidFill>
                <a:latin typeface="Trebuchet MS"/>
                <a:ea typeface="Trebuchet MS"/>
                <a:cs typeface="Trebuchet MS"/>
                <a:sym typeface="Trebuchet MS"/>
              </a:defRPr>
            </a:lvl8pPr>
            <a:lvl9pPr indent="0" lvl="8" marL="0" marR="0" rtl="0" algn="r">
              <a:lnSpc>
                <a:spcPct val="100000"/>
              </a:lnSpc>
              <a:spcBef>
                <a:spcPts val="0"/>
              </a:spcBef>
              <a:buNone/>
              <a:defRPr b="0" i="0" sz="900" u="none" cap="none" strike="noStrike">
                <a:solidFill>
                  <a:srgbClr val="90C226"/>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
        <p:nvSpPr>
          <p:cNvPr id="187" name="Google Shape;187;p40"/>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Tree>
  </p:cSld>
  <p:clrMap accent1="accent1" accent2="accent2" accent3="accent3" accent4="accent4" accent5="accent5" accent6="accent6" bg1="lt1" bg2="dk2" tx1="dk1" tx2="lt2" folHlink="folHlink" hlink="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6" name="Shape 236"/>
        <p:cNvGrpSpPr/>
        <p:nvPr/>
      </p:nvGrpSpPr>
      <p:grpSpPr>
        <a:xfrm>
          <a:off x="0" y="0"/>
          <a:ext cx="0" cy="0"/>
          <a:chOff x="0" y="0"/>
          <a:chExt cx="0" cy="0"/>
        </a:xfrm>
      </p:grpSpPr>
      <p:sp>
        <p:nvSpPr>
          <p:cNvPr id="237" name="Google Shape;237;p53"/>
          <p:cNvSpPr txBox="1"/>
          <p:nvPr>
            <p:ph type="title"/>
          </p:nvPr>
        </p:nvSpPr>
        <p:spPr>
          <a:xfrm>
            <a:off x="628560" y="365040"/>
            <a:ext cx="7886880" cy="132552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38" name="Google Shape;238;p53"/>
          <p:cNvSpPr txBox="1"/>
          <p:nvPr>
            <p:ph idx="1" type="body"/>
          </p:nvPr>
        </p:nvSpPr>
        <p:spPr>
          <a:xfrm>
            <a:off x="628560" y="1825560"/>
            <a:ext cx="7886880" cy="435132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239" name="Google Shape;239;p53"/>
          <p:cNvSpPr txBox="1"/>
          <p:nvPr>
            <p:ph idx="10" type="dt"/>
          </p:nvPr>
        </p:nvSpPr>
        <p:spPr>
          <a:xfrm>
            <a:off x="628560" y="6356520"/>
            <a:ext cx="2057400" cy="36504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40" name="Google Shape;240;p53"/>
          <p:cNvSpPr txBox="1"/>
          <p:nvPr>
            <p:ph idx="11" type="ftr"/>
          </p:nvPr>
        </p:nvSpPr>
        <p:spPr>
          <a:xfrm>
            <a:off x="3029040" y="6356520"/>
            <a:ext cx="3085920" cy="365040"/>
          </a:xfrm>
          <a:prstGeom prst="rect">
            <a:avLst/>
          </a:prstGeom>
          <a:noFill/>
          <a:ln>
            <a:noFill/>
          </a:ln>
        </p:spPr>
        <p:txBody>
          <a:bodyPr anchorCtr="1" anchor="ctr"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241" name="Google Shape;241;p53"/>
          <p:cNvSpPr txBox="1"/>
          <p:nvPr>
            <p:ph idx="12" type="sldNum"/>
          </p:nvPr>
        </p:nvSpPr>
        <p:spPr>
          <a:xfrm>
            <a:off x="6458040" y="6356520"/>
            <a:ext cx="2057400" cy="36504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5.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2.xml"/><Relationship Id="rId3" Type="http://schemas.openxmlformats.org/officeDocument/2006/relationships/image" Target="../media/image6.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image" Target="../media/image7.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image" Target="../media/image12.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image" Target="../media/image2.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image" Target="../media/image3.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 Id="rId3" Type="http://schemas.openxmlformats.org/officeDocument/2006/relationships/image" Target="../media/image4.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4" name="Shape 294"/>
        <p:cNvGrpSpPr/>
        <p:nvPr/>
      </p:nvGrpSpPr>
      <p:grpSpPr>
        <a:xfrm>
          <a:off x="0" y="0"/>
          <a:ext cx="0" cy="0"/>
          <a:chOff x="0" y="0"/>
          <a:chExt cx="0" cy="0"/>
        </a:xfrm>
      </p:grpSpPr>
      <p:sp>
        <p:nvSpPr>
          <p:cNvPr id="295" name="Google Shape;295;p66"/>
          <p:cNvSpPr txBox="1"/>
          <p:nvPr/>
        </p:nvSpPr>
        <p:spPr>
          <a:xfrm>
            <a:off x="2286000" y="3124080"/>
            <a:ext cx="6171840" cy="1218960"/>
          </a:xfrm>
          <a:prstGeom prst="rect">
            <a:avLst/>
          </a:prstGeom>
          <a:noFill/>
          <a:ln>
            <a:noFill/>
          </a:ln>
        </p:spPr>
        <p:txBody>
          <a:bodyPr anchorCtr="0" anchor="b" bIns="45000" lIns="90000" spcFirstLastPara="1" rIns="90000" wrap="square" tIns="45000">
            <a:normAutofit/>
          </a:bodyPr>
          <a:lstStyle/>
          <a:p>
            <a:pPr indent="0" lvl="0" marL="0" marR="0" rtl="0" algn="l">
              <a:lnSpc>
                <a:spcPct val="100000"/>
              </a:lnSpc>
              <a:spcBef>
                <a:spcPts val="0"/>
              </a:spcBef>
              <a:spcAft>
                <a:spcPts val="0"/>
              </a:spcAft>
              <a:buNone/>
            </a:pPr>
            <a:r>
              <a:rPr b="1" i="0" lang="en-US" sz="4400" u="none" cap="small" strike="noStrike">
                <a:solidFill>
                  <a:srgbClr val="4E5B6F"/>
                </a:solidFill>
                <a:latin typeface="Century Schoolbook"/>
                <a:ea typeface="Century Schoolbook"/>
                <a:cs typeface="Century Schoolbook"/>
                <a:sym typeface="Century Schoolbook"/>
              </a:rPr>
              <a:t>MODULE  IV</a:t>
            </a:r>
            <a:endParaRPr b="0" i="0" sz="4400" u="none" cap="none" strike="noStrike">
              <a:latin typeface="Arial"/>
              <a:ea typeface="Arial"/>
              <a:cs typeface="Arial"/>
              <a:sym typeface="Arial"/>
            </a:endParaRPr>
          </a:p>
        </p:txBody>
      </p:sp>
      <p:sp>
        <p:nvSpPr>
          <p:cNvPr id="296" name="Google Shape;296;p66"/>
          <p:cNvSpPr txBox="1"/>
          <p:nvPr/>
        </p:nvSpPr>
        <p:spPr>
          <a:xfrm>
            <a:off x="2286000" y="5003280"/>
            <a:ext cx="6171840" cy="1371240"/>
          </a:xfrm>
          <a:prstGeom prst="rect">
            <a:avLst/>
          </a:prstGeom>
          <a:noFill/>
          <a:ln>
            <a:noFill/>
          </a:ln>
        </p:spPr>
        <p:txBody>
          <a:bodyPr anchorCtr="0" anchor="t" bIns="45000" lIns="90000" spcFirstLastPara="1" rIns="90000" wrap="square" tIns="45000">
            <a:normAutofit/>
          </a:bodyPr>
          <a:lstStyle/>
          <a:p>
            <a:pPr indent="0" lvl="0" marL="0" marR="0" rtl="0" algn="l">
              <a:lnSpc>
                <a:spcPct val="100000"/>
              </a:lnSpc>
              <a:spcBef>
                <a:spcPts val="0"/>
              </a:spcBef>
              <a:spcAft>
                <a:spcPts val="0"/>
              </a:spcAft>
              <a:buNone/>
            </a:pPr>
            <a:r>
              <a:rPr b="1" i="0" lang="en-US" sz="2800" u="none" cap="none" strike="noStrike">
                <a:solidFill>
                  <a:srgbClr val="4E5B6F"/>
                </a:solidFill>
                <a:latin typeface="Century Schoolbook"/>
                <a:ea typeface="Century Schoolbook"/>
                <a:cs typeface="Century Schoolbook"/>
                <a:sym typeface="Century Schoolbook"/>
              </a:rPr>
              <a:t>INTELLIGENT BUILDING AND GREEN BUILDING</a:t>
            </a:r>
            <a:endParaRPr b="0" i="0" sz="2800" u="none" cap="none" strike="noStrike">
              <a:latin typeface="Arial"/>
              <a:ea typeface="Arial"/>
              <a:cs typeface="Arial"/>
              <a:sym typeface="Arial"/>
            </a:endParaRPr>
          </a:p>
        </p:txBody>
      </p:sp>
    </p:spTree>
  </p:cSld>
  <p:clrMapOvr>
    <a:masterClrMapping/>
  </p:clrMapOvr>
  <p:transition spd="slow">
    <p:fade thruBlk="1"/>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67"/>
          <p:cNvSpPr txBox="1"/>
          <p:nvPr/>
        </p:nvSpPr>
        <p:spPr>
          <a:xfrm>
            <a:off x="457200" y="274680"/>
            <a:ext cx="7467120" cy="867960"/>
          </a:xfrm>
          <a:prstGeom prst="rect">
            <a:avLst/>
          </a:prstGeom>
          <a:solidFill>
            <a:srgbClr val="000000"/>
          </a:solidFill>
          <a:ln cap="flat" cmpd="sng" w="25550">
            <a:solidFill>
              <a:srgbClr val="000000"/>
            </a:solidFill>
            <a:prstDash val="solid"/>
            <a:miter lim="8000"/>
            <a:headEnd len="sm" w="sm" type="none"/>
            <a:tailEnd len="sm" w="sm" type="none"/>
          </a:ln>
        </p:spPr>
        <p:txBody>
          <a:bodyPr anchorCtr="1" anchor="b" bIns="45000" lIns="90000" spcFirstLastPara="1" rIns="90000" wrap="square" tIns="45000">
            <a:normAutofit/>
          </a:bodyPr>
          <a:lstStyle/>
          <a:p>
            <a:pPr indent="0" lvl="0" marL="0" marR="0" rtl="0" algn="ctr">
              <a:lnSpc>
                <a:spcPct val="100000"/>
              </a:lnSpc>
              <a:spcBef>
                <a:spcPts val="0"/>
              </a:spcBef>
              <a:spcAft>
                <a:spcPts val="0"/>
              </a:spcAft>
              <a:buNone/>
            </a:pPr>
            <a:r>
              <a:rPr b="0" i="0" lang="en-US" sz="3600" u="none" cap="small" strike="noStrike">
                <a:solidFill>
                  <a:srgbClr val="FFFFFF"/>
                </a:solidFill>
                <a:latin typeface="Century Schoolbook"/>
                <a:ea typeface="Century Schoolbook"/>
                <a:cs typeface="Century Schoolbook"/>
                <a:sym typeface="Century Schoolbook"/>
              </a:rPr>
              <a:t>Intelligent building</a:t>
            </a:r>
            <a:endParaRPr b="0" i="0" sz="3600" u="none" cap="none" strike="noStrike">
              <a:latin typeface="Arial"/>
              <a:ea typeface="Arial"/>
              <a:cs typeface="Arial"/>
              <a:sym typeface="Arial"/>
            </a:endParaRPr>
          </a:p>
        </p:txBody>
      </p:sp>
      <p:sp>
        <p:nvSpPr>
          <p:cNvPr id="303" name="Google Shape;303;p67"/>
          <p:cNvSpPr txBox="1"/>
          <p:nvPr/>
        </p:nvSpPr>
        <p:spPr>
          <a:xfrm>
            <a:off x="457200" y="1219320"/>
            <a:ext cx="7467120" cy="5254560"/>
          </a:xfrm>
          <a:prstGeom prst="rect">
            <a:avLst/>
          </a:prstGeom>
          <a:gradFill>
            <a:gsLst>
              <a:gs pos="0">
                <a:srgbClr val="D00062"/>
              </a:gs>
              <a:gs pos="100000">
                <a:srgbClr val="6F0035"/>
              </a:gs>
            </a:gsLst>
            <a:path path="circle">
              <a:fillToRect b="50%" l="50%" r="50%" t="50%"/>
            </a:path>
            <a:tileRect/>
          </a:gradFill>
          <a:ln cap="flat" cmpd="sng" w="12600">
            <a:solidFill>
              <a:srgbClr val="D90067"/>
            </a:solidFill>
            <a:prstDash val="solid"/>
            <a:miter lim="8000"/>
            <a:headEnd len="sm" w="sm" type="none"/>
            <a:tailEnd len="sm" w="sm" type="none"/>
          </a:ln>
        </p:spPr>
        <p:txBody>
          <a:bodyPr anchorCtr="0" anchor="t" bIns="45000" lIns="90000" spcFirstLastPara="1" rIns="90000" wrap="square" tIns="45000">
            <a:normAutofit/>
          </a:bodyPr>
          <a:lstStyle/>
          <a:p>
            <a:pPr indent="0" lvl="0" marL="0" marR="0" rtl="0" algn="l">
              <a:lnSpc>
                <a:spcPct val="100000"/>
              </a:lnSpc>
              <a:spcBef>
                <a:spcPts val="0"/>
              </a:spcBef>
              <a:spcAft>
                <a:spcPts val="0"/>
              </a:spcAft>
              <a:buNone/>
            </a:pPr>
            <a:r>
              <a:rPr b="0" i="0" lang="en-US" sz="2800" u="none" cap="none" strike="noStrike">
                <a:solidFill>
                  <a:srgbClr val="FFFFFF"/>
                </a:solidFill>
                <a:latin typeface="Century Schoolbook"/>
                <a:ea typeface="Century Schoolbook"/>
                <a:cs typeface="Century Schoolbook"/>
                <a:sym typeface="Century Schoolbook"/>
              </a:rPr>
              <a:t> </a:t>
            </a:r>
            <a:endParaRPr b="0" i="0" sz="2800" u="none" cap="none" strike="noStrike">
              <a:latin typeface="Arial"/>
              <a:ea typeface="Arial"/>
              <a:cs typeface="Arial"/>
              <a:sym typeface="Arial"/>
            </a:endParaRPr>
          </a:p>
          <a:p>
            <a:pPr indent="-124460" lvl="0" marL="0" marR="0" rtl="0" algn="l">
              <a:lnSpc>
                <a:spcPct val="100000"/>
              </a:lnSpc>
              <a:spcBef>
                <a:spcPts val="601"/>
              </a:spcBef>
              <a:spcAft>
                <a:spcPts val="0"/>
              </a:spcAft>
              <a:buClr>
                <a:srgbClr val="7FD13B"/>
              </a:buClr>
              <a:buSzPts val="1960"/>
              <a:buFont typeface="Noto Sans Symbols"/>
              <a:buChar char="🞆"/>
            </a:pPr>
            <a:r>
              <a:rPr b="0" i="0" lang="en-US" sz="2800" u="none" cap="none" strike="noStrike">
                <a:solidFill>
                  <a:srgbClr val="FFFFFF"/>
                </a:solidFill>
                <a:latin typeface="Century Schoolbook"/>
                <a:ea typeface="Century Schoolbook"/>
                <a:cs typeface="Century Schoolbook"/>
                <a:sym typeface="Century Schoolbook"/>
              </a:rPr>
              <a:t>An intelligent building is one  that integrates various systems (lighting, heating, air conditioning, voice and data communication and other building functions) to effectively manage resources in a coordinated mode so as to maximize occupant performance, savings and flexibility &amp; minimize investment and operating cost</a:t>
            </a:r>
            <a:endParaRPr b="0" i="0" sz="2800" u="none" cap="none" strike="noStrike">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8" name="Shape 308"/>
        <p:cNvGrpSpPr/>
        <p:nvPr/>
      </p:nvGrpSpPr>
      <p:grpSpPr>
        <a:xfrm>
          <a:off x="0" y="0"/>
          <a:ext cx="0" cy="0"/>
          <a:chOff x="0" y="0"/>
          <a:chExt cx="0" cy="0"/>
        </a:xfrm>
      </p:grpSpPr>
      <p:sp>
        <p:nvSpPr>
          <p:cNvPr id="309" name="Google Shape;309;p68"/>
          <p:cNvSpPr txBox="1"/>
          <p:nvPr/>
        </p:nvSpPr>
        <p:spPr>
          <a:xfrm>
            <a:off x="457200" y="274680"/>
            <a:ext cx="7467120" cy="867960"/>
          </a:xfrm>
          <a:prstGeom prst="rect">
            <a:avLst/>
          </a:prstGeom>
          <a:solidFill>
            <a:srgbClr val="000000"/>
          </a:solidFill>
          <a:ln cap="flat" cmpd="sng" w="25550">
            <a:solidFill>
              <a:srgbClr val="000000"/>
            </a:solidFill>
            <a:prstDash val="solid"/>
            <a:miter lim="8000"/>
            <a:headEnd len="sm" w="sm" type="none"/>
            <a:tailEnd len="sm" w="sm" type="none"/>
          </a:ln>
        </p:spPr>
        <p:txBody>
          <a:bodyPr anchorCtr="1" anchor="b" bIns="45000" lIns="90000" spcFirstLastPara="1" rIns="90000" wrap="square" tIns="45000">
            <a:normAutofit/>
          </a:bodyPr>
          <a:lstStyle/>
          <a:p>
            <a:pPr indent="0" lvl="0" marL="0" marR="0" rtl="0" algn="ctr">
              <a:lnSpc>
                <a:spcPct val="100000"/>
              </a:lnSpc>
              <a:spcBef>
                <a:spcPts val="0"/>
              </a:spcBef>
              <a:spcAft>
                <a:spcPts val="0"/>
              </a:spcAft>
              <a:buNone/>
            </a:pPr>
            <a:r>
              <a:rPr b="0" i="0" lang="en-US" sz="3600" u="none" cap="small" strike="noStrike">
                <a:solidFill>
                  <a:srgbClr val="FFFFFF"/>
                </a:solidFill>
                <a:latin typeface="Century Schoolbook"/>
                <a:ea typeface="Century Schoolbook"/>
                <a:cs typeface="Century Schoolbook"/>
                <a:sym typeface="Century Schoolbook"/>
              </a:rPr>
              <a:t>Intelligent building</a:t>
            </a:r>
            <a:endParaRPr b="0" i="0" sz="3600" u="none" cap="none" strike="noStrike">
              <a:latin typeface="Arial"/>
              <a:ea typeface="Arial"/>
              <a:cs typeface="Arial"/>
              <a:sym typeface="Arial"/>
            </a:endParaRPr>
          </a:p>
        </p:txBody>
      </p:sp>
      <p:sp>
        <p:nvSpPr>
          <p:cNvPr id="310" name="Google Shape;310;p68"/>
          <p:cNvSpPr txBox="1"/>
          <p:nvPr/>
        </p:nvSpPr>
        <p:spPr>
          <a:xfrm>
            <a:off x="457200" y="1219320"/>
            <a:ext cx="7467120" cy="5254560"/>
          </a:xfrm>
          <a:prstGeom prst="rect">
            <a:avLst/>
          </a:prstGeom>
          <a:gradFill>
            <a:gsLst>
              <a:gs pos="0">
                <a:srgbClr val="D00062"/>
              </a:gs>
              <a:gs pos="100000">
                <a:srgbClr val="6F0035"/>
              </a:gs>
            </a:gsLst>
            <a:path path="circle">
              <a:fillToRect b="50%" l="50%" r="50%" t="50%"/>
            </a:path>
            <a:tileRect/>
          </a:gradFill>
          <a:ln cap="flat" cmpd="sng" w="12600">
            <a:solidFill>
              <a:srgbClr val="D90067"/>
            </a:solidFill>
            <a:prstDash val="solid"/>
            <a:miter lim="8000"/>
            <a:headEnd len="sm" w="sm" type="none"/>
            <a:tailEnd len="sm" w="sm" type="none"/>
          </a:ln>
        </p:spPr>
        <p:txBody>
          <a:bodyPr anchorCtr="0" anchor="t" bIns="45000" lIns="90000" spcFirstLastPara="1" rIns="90000" wrap="square" tIns="45000">
            <a:normAutofit/>
          </a:bodyPr>
          <a:lstStyle/>
          <a:p>
            <a:pPr indent="-124460" lvl="0" marL="0" marR="0" rtl="0" algn="l">
              <a:lnSpc>
                <a:spcPct val="100000"/>
              </a:lnSpc>
              <a:spcBef>
                <a:spcPts val="0"/>
              </a:spcBef>
              <a:spcAft>
                <a:spcPts val="0"/>
              </a:spcAft>
              <a:buClr>
                <a:srgbClr val="7FD13B"/>
              </a:buClr>
              <a:buSzPts val="1960"/>
              <a:buFont typeface="Noto Sans Symbols"/>
              <a:buChar char="🞆"/>
            </a:pPr>
            <a:r>
              <a:rPr b="0" i="0" lang="en-US" sz="2800" u="none" cap="none" strike="noStrike">
                <a:solidFill>
                  <a:srgbClr val="FFFFFF"/>
                </a:solidFill>
                <a:latin typeface="Century Schoolbook"/>
                <a:ea typeface="Century Schoolbook"/>
                <a:cs typeface="Century Schoolbook"/>
                <a:sym typeface="Century Schoolbook"/>
              </a:rPr>
              <a:t>An intelligent building is one in which the building fabric, space, service and information systems can respond in an efficient manner to the initial and changing demands of the owner, the occupier and be in harmony with environment</a:t>
            </a:r>
            <a:endParaRPr b="0" i="0" sz="2800" u="none" cap="none" strike="noStrike">
              <a:latin typeface="Arial"/>
              <a:ea typeface="Arial"/>
              <a:cs typeface="Arial"/>
              <a:sym typeface="Arial"/>
            </a:endParaRPr>
          </a:p>
          <a:p>
            <a:pPr indent="-124460" lvl="0" marL="0" marR="0" rtl="0" algn="l">
              <a:lnSpc>
                <a:spcPct val="100000"/>
              </a:lnSpc>
              <a:spcBef>
                <a:spcPts val="601"/>
              </a:spcBef>
              <a:spcAft>
                <a:spcPts val="0"/>
              </a:spcAft>
              <a:buClr>
                <a:srgbClr val="7FD13B"/>
              </a:buClr>
              <a:buSzPts val="1960"/>
              <a:buFont typeface="Noto Sans Symbols"/>
              <a:buChar char="🞆"/>
            </a:pPr>
            <a:r>
              <a:rPr b="0" i="0" lang="en-US" sz="2800" u="none" cap="none" strike="noStrike">
                <a:solidFill>
                  <a:srgbClr val="FFFFFF"/>
                </a:solidFill>
                <a:latin typeface="Century Schoolbook"/>
                <a:ea typeface="Century Schoolbook"/>
                <a:cs typeface="Century Schoolbook"/>
                <a:sym typeface="Century Schoolbook"/>
              </a:rPr>
              <a:t>Intelligent building combines innovations, technology, with skilful management to maximize returns on investments</a:t>
            </a:r>
            <a:endParaRPr b="0" i="0" sz="28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0" i="0" lang="en-US" sz="2400" u="none" cap="none" strike="noStrike">
                <a:solidFill>
                  <a:srgbClr val="FFFFFF"/>
                </a:solidFill>
                <a:latin typeface="Century Schoolbook"/>
                <a:ea typeface="Century Schoolbook"/>
                <a:cs typeface="Century Schoolbook"/>
                <a:sym typeface="Century Schoolbook"/>
              </a:rPr>
              <a:t> </a:t>
            </a:r>
            <a:endParaRPr b="0" i="0" sz="2400" u="none" cap="none" strike="noStrike">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5" name="Shape 315"/>
        <p:cNvGrpSpPr/>
        <p:nvPr/>
      </p:nvGrpSpPr>
      <p:grpSpPr>
        <a:xfrm>
          <a:off x="0" y="0"/>
          <a:ext cx="0" cy="0"/>
          <a:chOff x="0" y="0"/>
          <a:chExt cx="0" cy="0"/>
        </a:xfrm>
      </p:grpSpPr>
      <p:sp>
        <p:nvSpPr>
          <p:cNvPr id="316" name="Google Shape;316;p69"/>
          <p:cNvSpPr txBox="1"/>
          <p:nvPr/>
        </p:nvSpPr>
        <p:spPr>
          <a:xfrm>
            <a:off x="457200" y="274680"/>
            <a:ext cx="7467120" cy="1142640"/>
          </a:xfrm>
          <a:prstGeom prst="rect">
            <a:avLst/>
          </a:prstGeom>
          <a:gradFill>
            <a:gsLst>
              <a:gs pos="0">
                <a:srgbClr val="D3D3D3"/>
              </a:gs>
              <a:gs pos="100000">
                <a:srgbClr val="979797"/>
              </a:gs>
            </a:gsLst>
            <a:path path="circle">
              <a:fillToRect b="50%" l="50%" r="50%" t="50%"/>
            </a:path>
            <a:tileRect/>
          </a:gradFill>
          <a:ln cap="flat" cmpd="sng" w="12600">
            <a:solidFill>
              <a:srgbClr val="000000"/>
            </a:solidFill>
            <a:prstDash val="solid"/>
            <a:miter lim="8000"/>
            <a:headEnd len="sm" w="sm" type="none"/>
            <a:tailEnd len="sm" w="sm" type="none"/>
          </a:ln>
        </p:spPr>
        <p:txBody>
          <a:bodyPr anchorCtr="1" anchor="b" bIns="45000" lIns="90000" spcFirstLastPara="1" rIns="90000" wrap="square" tIns="45000">
            <a:normAutofit/>
          </a:bodyPr>
          <a:lstStyle/>
          <a:p>
            <a:pPr indent="0" lvl="0" marL="0" marR="0" rtl="0" algn="ctr">
              <a:lnSpc>
                <a:spcPct val="100000"/>
              </a:lnSpc>
              <a:spcBef>
                <a:spcPts val="0"/>
              </a:spcBef>
              <a:spcAft>
                <a:spcPts val="0"/>
              </a:spcAft>
              <a:buNone/>
            </a:pPr>
            <a:r>
              <a:rPr b="0" i="0" lang="en-US" sz="3600" u="none" cap="small" strike="noStrike">
                <a:solidFill>
                  <a:srgbClr val="000000"/>
                </a:solidFill>
                <a:latin typeface="Century Schoolbook"/>
                <a:ea typeface="Century Schoolbook"/>
                <a:cs typeface="Century Schoolbook"/>
                <a:sym typeface="Century Schoolbook"/>
              </a:rPr>
              <a:t>Intelligent building</a:t>
            </a:r>
            <a:endParaRPr b="0" i="0" sz="3600" u="none" cap="none" strike="noStrike">
              <a:latin typeface="Arial"/>
              <a:ea typeface="Arial"/>
              <a:cs typeface="Arial"/>
              <a:sym typeface="Arial"/>
            </a:endParaRPr>
          </a:p>
        </p:txBody>
      </p:sp>
      <p:sp>
        <p:nvSpPr>
          <p:cNvPr id="317" name="Google Shape;317;p69"/>
          <p:cNvSpPr txBox="1"/>
          <p:nvPr/>
        </p:nvSpPr>
        <p:spPr>
          <a:xfrm>
            <a:off x="457200" y="1600200"/>
            <a:ext cx="7467120" cy="4873320"/>
          </a:xfrm>
          <a:prstGeom prst="rect">
            <a:avLst/>
          </a:prstGeom>
          <a:gradFill>
            <a:gsLst>
              <a:gs pos="0">
                <a:srgbClr val="D00062"/>
              </a:gs>
              <a:gs pos="100000">
                <a:srgbClr val="6F0035"/>
              </a:gs>
            </a:gsLst>
            <a:path path="circle">
              <a:fillToRect b="50%" l="50%" r="50%" t="50%"/>
            </a:path>
            <a:tileRect/>
          </a:gradFill>
          <a:ln cap="flat" cmpd="sng" w="12600">
            <a:solidFill>
              <a:srgbClr val="D90067"/>
            </a:solidFill>
            <a:prstDash val="solid"/>
            <a:miter lim="8000"/>
            <a:headEnd len="sm" w="sm" type="none"/>
            <a:tailEnd len="sm" w="sm" type="none"/>
          </a:ln>
        </p:spPr>
        <p:txBody>
          <a:bodyPr anchorCtr="0" anchor="t" bIns="45000" lIns="90000" spcFirstLastPara="1" rIns="90000" wrap="square" tIns="45000">
            <a:normAutofit/>
          </a:bodyPr>
          <a:lstStyle/>
          <a:p>
            <a:pPr indent="-124460" lvl="0" marL="0" marR="0" rtl="0" algn="l">
              <a:lnSpc>
                <a:spcPct val="100000"/>
              </a:lnSpc>
              <a:spcBef>
                <a:spcPts val="0"/>
              </a:spcBef>
              <a:spcAft>
                <a:spcPts val="0"/>
              </a:spcAft>
              <a:buClr>
                <a:srgbClr val="7FD13B"/>
              </a:buClr>
              <a:buSzPts val="1960"/>
              <a:buFont typeface="Noto Sans Symbols"/>
              <a:buChar char="⮚"/>
            </a:pPr>
            <a:r>
              <a:rPr b="0" i="0" lang="en-US" sz="2800" u="none" cap="none" strike="noStrike">
                <a:solidFill>
                  <a:srgbClr val="FFFFFF"/>
                </a:solidFill>
                <a:latin typeface="Century Schoolbook"/>
                <a:ea typeface="Century Schoolbook"/>
                <a:cs typeface="Century Schoolbook"/>
                <a:sym typeface="Century Schoolbook"/>
              </a:rPr>
              <a:t>An intelligent building system concept considers that the true cost of the building is not its cost of construction, it must include the operating and maintenance costs over its life span.</a:t>
            </a:r>
            <a:endParaRPr b="0" i="0" sz="2800" u="none" cap="none" strike="noStrike">
              <a:latin typeface="Arial"/>
              <a:ea typeface="Arial"/>
              <a:cs typeface="Arial"/>
              <a:sym typeface="Arial"/>
            </a:endParaRPr>
          </a:p>
          <a:p>
            <a:pPr indent="-124460" lvl="0" marL="0" marR="0" rtl="0" algn="l">
              <a:lnSpc>
                <a:spcPct val="100000"/>
              </a:lnSpc>
              <a:spcBef>
                <a:spcPts val="601"/>
              </a:spcBef>
              <a:spcAft>
                <a:spcPts val="0"/>
              </a:spcAft>
              <a:buClr>
                <a:srgbClr val="7FD13B"/>
              </a:buClr>
              <a:buSzPts val="1960"/>
              <a:buFont typeface="Noto Sans Symbols"/>
              <a:buChar char="⮚"/>
            </a:pPr>
            <a:r>
              <a:rPr b="0" i="0" lang="en-US" sz="2800" u="none" cap="none" strike="noStrike">
                <a:solidFill>
                  <a:srgbClr val="FFFFFF"/>
                </a:solidFill>
                <a:latin typeface="Century Schoolbook"/>
                <a:ea typeface="Century Schoolbook"/>
                <a:cs typeface="Century Schoolbook"/>
                <a:sym typeface="Century Schoolbook"/>
              </a:rPr>
              <a:t>Cost reductions can be achieved by optimizing energy use through automated control, communication and management systems</a:t>
            </a:r>
            <a:endParaRPr b="0" i="0" sz="2800" u="none" cap="none" strike="noStrike">
              <a:latin typeface="Arial"/>
              <a:ea typeface="Arial"/>
              <a:cs typeface="Arial"/>
              <a:sym typeface="Arial"/>
            </a:endParaRPr>
          </a:p>
          <a:p>
            <a:pPr indent="-273960" lvl="0" marL="274320" marR="0" rtl="0" algn="l">
              <a:lnSpc>
                <a:spcPct val="100000"/>
              </a:lnSpc>
              <a:spcBef>
                <a:spcPts val="601"/>
              </a:spcBef>
              <a:spcAft>
                <a:spcPts val="0"/>
              </a:spcAft>
              <a:buNone/>
            </a:pPr>
            <a:r>
              <a:rPr b="0" i="0" lang="en-US" sz="2800" u="none" cap="none" strike="noStrike">
                <a:solidFill>
                  <a:srgbClr val="FFFFFF"/>
                </a:solidFill>
                <a:latin typeface="Century Schoolbook"/>
                <a:ea typeface="Century Schoolbook"/>
                <a:cs typeface="Century Schoolbook"/>
                <a:sym typeface="Century Schoolbook"/>
              </a:rPr>
              <a:t> </a:t>
            </a:r>
            <a:endParaRPr b="0" i="0" sz="2800" u="none" cap="none" strike="noStrike">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2" name="Shape 322"/>
        <p:cNvGrpSpPr/>
        <p:nvPr/>
      </p:nvGrpSpPr>
      <p:grpSpPr>
        <a:xfrm>
          <a:off x="0" y="0"/>
          <a:ext cx="0" cy="0"/>
          <a:chOff x="0" y="0"/>
          <a:chExt cx="0" cy="0"/>
        </a:xfrm>
      </p:grpSpPr>
      <p:sp>
        <p:nvSpPr>
          <p:cNvPr id="323" name="Google Shape;323;p70"/>
          <p:cNvSpPr txBox="1"/>
          <p:nvPr/>
        </p:nvSpPr>
        <p:spPr>
          <a:xfrm>
            <a:off x="457200" y="274680"/>
            <a:ext cx="7757640" cy="796680"/>
          </a:xfrm>
          <a:prstGeom prst="rect">
            <a:avLst/>
          </a:prstGeom>
          <a:solidFill>
            <a:srgbClr val="FEB80A"/>
          </a:solidFill>
          <a:ln cap="flat" cmpd="sng" w="25550">
            <a:solidFill>
              <a:srgbClr val="BB8807"/>
            </a:solidFill>
            <a:prstDash val="solid"/>
            <a:miter lim="8000"/>
            <a:headEnd len="sm" w="sm" type="none"/>
            <a:tailEnd len="sm" w="sm" type="none"/>
          </a:ln>
        </p:spPr>
        <p:txBody>
          <a:bodyPr anchorCtr="0" anchor="b" bIns="45000" lIns="90000" spcFirstLastPara="1" rIns="90000" wrap="square" tIns="45000">
            <a:normAutofit/>
          </a:bodyPr>
          <a:lstStyle/>
          <a:p>
            <a:pPr indent="0" lvl="0" marL="0" marR="0" rtl="0" algn="l">
              <a:lnSpc>
                <a:spcPct val="100000"/>
              </a:lnSpc>
              <a:spcBef>
                <a:spcPts val="0"/>
              </a:spcBef>
              <a:spcAft>
                <a:spcPts val="0"/>
              </a:spcAft>
              <a:buNone/>
            </a:pPr>
            <a:r>
              <a:rPr b="0" i="0" lang="en-US" sz="2700" u="none" cap="small" strike="noStrike">
                <a:solidFill>
                  <a:srgbClr val="FF0000"/>
                </a:solidFill>
                <a:latin typeface="Century Schoolbook"/>
                <a:ea typeface="Century Schoolbook"/>
                <a:cs typeface="Century Schoolbook"/>
                <a:sym typeface="Century Schoolbook"/>
              </a:rPr>
              <a:t>Features Expected in intelligent building</a:t>
            </a:r>
            <a:endParaRPr b="0" i="0" sz="2700" u="none" cap="none" strike="noStrike">
              <a:latin typeface="Arial"/>
              <a:ea typeface="Arial"/>
              <a:cs typeface="Arial"/>
              <a:sym typeface="Arial"/>
            </a:endParaRPr>
          </a:p>
        </p:txBody>
      </p:sp>
      <p:sp>
        <p:nvSpPr>
          <p:cNvPr id="324" name="Google Shape;324;p70"/>
          <p:cNvSpPr txBox="1"/>
          <p:nvPr/>
        </p:nvSpPr>
        <p:spPr>
          <a:xfrm>
            <a:off x="457200" y="1143000"/>
            <a:ext cx="7848360" cy="5330520"/>
          </a:xfrm>
          <a:prstGeom prst="rect">
            <a:avLst/>
          </a:prstGeom>
          <a:gradFill>
            <a:gsLst>
              <a:gs pos="0">
                <a:srgbClr val="D00062"/>
              </a:gs>
              <a:gs pos="100000">
                <a:srgbClr val="6F0035"/>
              </a:gs>
            </a:gsLst>
            <a:path path="circle">
              <a:fillToRect b="50%" l="50%" r="50%" t="50%"/>
            </a:path>
            <a:tileRect/>
          </a:gradFill>
          <a:ln cap="flat" cmpd="sng" w="12600">
            <a:solidFill>
              <a:srgbClr val="D90067"/>
            </a:solidFill>
            <a:prstDash val="solid"/>
            <a:miter lim="8000"/>
            <a:headEnd len="sm" w="sm" type="none"/>
            <a:tailEnd len="sm" w="sm" type="none"/>
          </a:ln>
        </p:spPr>
        <p:txBody>
          <a:bodyPr anchorCtr="0" anchor="t" bIns="45000" lIns="90000" spcFirstLastPara="1" rIns="90000" wrap="square" tIns="45000">
            <a:normAutofit/>
          </a:bodyPr>
          <a:lstStyle/>
          <a:p>
            <a:pPr indent="-124460" lvl="0" marL="0" marR="0" rtl="0" algn="l">
              <a:lnSpc>
                <a:spcPct val="100000"/>
              </a:lnSpc>
              <a:spcBef>
                <a:spcPts val="0"/>
              </a:spcBef>
              <a:spcAft>
                <a:spcPts val="0"/>
              </a:spcAft>
              <a:buClr>
                <a:srgbClr val="7FD13B"/>
              </a:buClr>
              <a:buSzPts val="1960"/>
              <a:buFont typeface="Noto Sans Symbols"/>
              <a:buChar char="🞆"/>
            </a:pPr>
            <a:r>
              <a:rPr b="0" i="0" lang="en-US" sz="2800" u="none" cap="none" strike="noStrike">
                <a:solidFill>
                  <a:srgbClr val="FFFFFF"/>
                </a:solidFill>
                <a:latin typeface="Century Schoolbook"/>
                <a:ea typeface="Century Schoolbook"/>
                <a:cs typeface="Century Schoolbook"/>
                <a:sym typeface="Century Schoolbook"/>
              </a:rPr>
              <a:t>High speed fibre optic communication network trunk for data, video and building administrative system</a:t>
            </a:r>
            <a:endParaRPr b="0" i="0" sz="2800" u="none" cap="none" strike="noStrike">
              <a:latin typeface="Arial"/>
              <a:ea typeface="Arial"/>
              <a:cs typeface="Arial"/>
              <a:sym typeface="Arial"/>
            </a:endParaRPr>
          </a:p>
          <a:p>
            <a:pPr indent="-124460" lvl="0" marL="0" marR="0" rtl="0" algn="l">
              <a:lnSpc>
                <a:spcPct val="100000"/>
              </a:lnSpc>
              <a:spcBef>
                <a:spcPts val="601"/>
              </a:spcBef>
              <a:spcAft>
                <a:spcPts val="0"/>
              </a:spcAft>
              <a:buClr>
                <a:srgbClr val="7FD13B"/>
              </a:buClr>
              <a:buSzPts val="1960"/>
              <a:buFont typeface="Noto Sans Symbols"/>
              <a:buChar char="🞆"/>
            </a:pPr>
            <a:r>
              <a:rPr b="0" i="0" lang="en-US" sz="2800" u="none" cap="none" strike="noStrike">
                <a:solidFill>
                  <a:srgbClr val="FFFFFF"/>
                </a:solidFill>
                <a:latin typeface="Century Schoolbook"/>
                <a:ea typeface="Century Schoolbook"/>
                <a:cs typeface="Century Schoolbook"/>
                <a:sym typeface="Century Schoolbook"/>
              </a:rPr>
              <a:t>Flexible HVAC  system</a:t>
            </a:r>
            <a:endParaRPr b="0" i="0" sz="2800" u="none" cap="none" strike="noStrike">
              <a:latin typeface="Arial"/>
              <a:ea typeface="Arial"/>
              <a:cs typeface="Arial"/>
              <a:sym typeface="Arial"/>
            </a:endParaRPr>
          </a:p>
          <a:p>
            <a:pPr indent="-124460" lvl="0" marL="0" marR="0" rtl="0" algn="l">
              <a:lnSpc>
                <a:spcPct val="100000"/>
              </a:lnSpc>
              <a:spcBef>
                <a:spcPts val="601"/>
              </a:spcBef>
              <a:spcAft>
                <a:spcPts val="0"/>
              </a:spcAft>
              <a:buClr>
                <a:srgbClr val="7FD13B"/>
              </a:buClr>
              <a:buSzPts val="1960"/>
              <a:buFont typeface="Noto Sans Symbols"/>
              <a:buChar char="🞆"/>
            </a:pPr>
            <a:r>
              <a:rPr b="0" i="0" lang="en-US" sz="2800" u="none" cap="none" strike="noStrike">
                <a:solidFill>
                  <a:srgbClr val="FFFFFF"/>
                </a:solidFill>
                <a:latin typeface="Century Schoolbook"/>
                <a:ea typeface="Century Schoolbook"/>
                <a:cs typeface="Century Schoolbook"/>
                <a:sym typeface="Century Schoolbook"/>
              </a:rPr>
              <a:t>Lighting, Fire Alarm and other building supporting systems</a:t>
            </a:r>
            <a:endParaRPr b="0" i="0" sz="2800" u="none" cap="none" strike="noStrike">
              <a:latin typeface="Arial"/>
              <a:ea typeface="Arial"/>
              <a:cs typeface="Arial"/>
              <a:sym typeface="Arial"/>
            </a:endParaRPr>
          </a:p>
          <a:p>
            <a:pPr indent="-124460" lvl="0" marL="0" marR="0" rtl="0" algn="l">
              <a:lnSpc>
                <a:spcPct val="100000"/>
              </a:lnSpc>
              <a:spcBef>
                <a:spcPts val="601"/>
              </a:spcBef>
              <a:spcAft>
                <a:spcPts val="0"/>
              </a:spcAft>
              <a:buClr>
                <a:srgbClr val="7FD13B"/>
              </a:buClr>
              <a:buSzPts val="1960"/>
              <a:buFont typeface="Noto Sans Symbols"/>
              <a:buChar char="🞆"/>
            </a:pPr>
            <a:r>
              <a:rPr b="0" i="0" lang="en-US" sz="2800" u="none" cap="none" strike="noStrike">
                <a:solidFill>
                  <a:srgbClr val="FFFFFF"/>
                </a:solidFill>
                <a:latin typeface="Century Schoolbook"/>
                <a:ea typeface="Century Schoolbook"/>
                <a:cs typeface="Century Schoolbook"/>
                <a:sym typeface="Century Schoolbook"/>
              </a:rPr>
              <a:t>Dedicated circuit power distribution network with UPS</a:t>
            </a:r>
            <a:endParaRPr b="0" i="0" sz="2800" u="none" cap="none" strike="noStrike">
              <a:latin typeface="Arial"/>
              <a:ea typeface="Arial"/>
              <a:cs typeface="Arial"/>
              <a:sym typeface="Arial"/>
            </a:endParaRPr>
          </a:p>
          <a:p>
            <a:pPr indent="-124460" lvl="0" marL="0" marR="0" rtl="0" algn="l">
              <a:lnSpc>
                <a:spcPct val="100000"/>
              </a:lnSpc>
              <a:spcBef>
                <a:spcPts val="601"/>
              </a:spcBef>
              <a:spcAft>
                <a:spcPts val="0"/>
              </a:spcAft>
              <a:buClr>
                <a:srgbClr val="7FD13B"/>
              </a:buClr>
              <a:buSzPts val="1960"/>
              <a:buFont typeface="Noto Sans Symbols"/>
              <a:buChar char="🞆"/>
            </a:pPr>
            <a:r>
              <a:rPr b="0" i="0" lang="en-US" sz="2800" u="none" cap="none" strike="noStrike">
                <a:solidFill>
                  <a:srgbClr val="FFFFFF"/>
                </a:solidFill>
                <a:latin typeface="Century Schoolbook"/>
                <a:ea typeface="Century Schoolbook"/>
                <a:cs typeface="Century Schoolbook"/>
                <a:sym typeface="Century Schoolbook"/>
              </a:rPr>
              <a:t>Standby power generation</a:t>
            </a:r>
            <a:endParaRPr b="0" i="0" sz="28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0" i="0" lang="en-US" sz="2400" u="none" cap="none" strike="noStrike">
                <a:solidFill>
                  <a:srgbClr val="FFFFFF"/>
                </a:solidFill>
                <a:latin typeface="Century Schoolbook"/>
                <a:ea typeface="Century Schoolbook"/>
                <a:cs typeface="Century Schoolbook"/>
                <a:sym typeface="Century Schoolbook"/>
              </a:rPr>
              <a:t> </a:t>
            </a:r>
            <a:endParaRPr b="0" i="0" sz="24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0" i="0" lang="en-US" sz="2400" u="none" cap="none" strike="noStrike">
                <a:solidFill>
                  <a:srgbClr val="FFFFFF"/>
                </a:solidFill>
                <a:latin typeface="Century Schoolbook"/>
                <a:ea typeface="Century Schoolbook"/>
                <a:cs typeface="Century Schoolbook"/>
                <a:sym typeface="Century Schoolbook"/>
              </a:rPr>
              <a:t> </a:t>
            </a:r>
            <a:endParaRPr b="0" i="0" sz="24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0" i="0" lang="en-US" sz="2400" u="none" cap="none" strike="noStrike">
                <a:solidFill>
                  <a:srgbClr val="FFFFFF"/>
                </a:solidFill>
                <a:latin typeface="Century Schoolbook"/>
                <a:ea typeface="Century Schoolbook"/>
                <a:cs typeface="Century Schoolbook"/>
                <a:sym typeface="Century Schoolbook"/>
              </a:rPr>
              <a:t> </a:t>
            </a:r>
            <a:endParaRPr b="0" i="0" sz="24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0" st="0"/>
                                            </p:txEl>
                                          </p:spTgt>
                                        </p:tgtEl>
                                        <p:attrNameLst>
                                          <p:attrName>style.visibility</p:attrName>
                                        </p:attrNameLst>
                                      </p:cBhvr>
                                      <p:to>
                                        <p:strVal val="visible"/>
                                      </p:to>
                                    </p:set>
                                    <p:animEffect filter="fade" transition="in">
                                      <p:cBhvr>
                                        <p:cTn dur="1000"/>
                                        <p:tgtEl>
                                          <p:spTgt spid="3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1" st="1"/>
                                            </p:txEl>
                                          </p:spTgt>
                                        </p:tgtEl>
                                        <p:attrNameLst>
                                          <p:attrName>style.visibility</p:attrName>
                                        </p:attrNameLst>
                                      </p:cBhvr>
                                      <p:to>
                                        <p:strVal val="visible"/>
                                      </p:to>
                                    </p:set>
                                    <p:animEffect filter="fade" transition="in">
                                      <p:cBhvr>
                                        <p:cTn dur="1000"/>
                                        <p:tgtEl>
                                          <p:spTgt spid="3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2" st="2"/>
                                            </p:txEl>
                                          </p:spTgt>
                                        </p:tgtEl>
                                        <p:attrNameLst>
                                          <p:attrName>style.visibility</p:attrName>
                                        </p:attrNameLst>
                                      </p:cBhvr>
                                      <p:to>
                                        <p:strVal val="visible"/>
                                      </p:to>
                                    </p:set>
                                    <p:animEffect filter="fade" transition="in">
                                      <p:cBhvr>
                                        <p:cTn dur="1000"/>
                                        <p:tgtEl>
                                          <p:spTgt spid="32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3" st="3"/>
                                            </p:txEl>
                                          </p:spTgt>
                                        </p:tgtEl>
                                        <p:attrNameLst>
                                          <p:attrName>style.visibility</p:attrName>
                                        </p:attrNameLst>
                                      </p:cBhvr>
                                      <p:to>
                                        <p:strVal val="visible"/>
                                      </p:to>
                                    </p:set>
                                    <p:animEffect filter="fade" transition="in">
                                      <p:cBhvr>
                                        <p:cTn dur="1000"/>
                                        <p:tgtEl>
                                          <p:spTgt spid="32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4" st="4"/>
                                            </p:txEl>
                                          </p:spTgt>
                                        </p:tgtEl>
                                        <p:attrNameLst>
                                          <p:attrName>style.visibility</p:attrName>
                                        </p:attrNameLst>
                                      </p:cBhvr>
                                      <p:to>
                                        <p:strVal val="visible"/>
                                      </p:to>
                                    </p:set>
                                    <p:animEffect filter="fade" transition="in">
                                      <p:cBhvr>
                                        <p:cTn dur="1000"/>
                                        <p:tgtEl>
                                          <p:spTgt spid="32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5" st="5"/>
                                            </p:txEl>
                                          </p:spTgt>
                                        </p:tgtEl>
                                        <p:attrNameLst>
                                          <p:attrName>style.visibility</p:attrName>
                                        </p:attrNameLst>
                                      </p:cBhvr>
                                      <p:to>
                                        <p:strVal val="visible"/>
                                      </p:to>
                                    </p:set>
                                    <p:animEffect filter="fade" transition="in">
                                      <p:cBhvr>
                                        <p:cTn dur="1000"/>
                                        <p:tgtEl>
                                          <p:spTgt spid="32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6" st="6"/>
                                            </p:txEl>
                                          </p:spTgt>
                                        </p:tgtEl>
                                        <p:attrNameLst>
                                          <p:attrName>style.visibility</p:attrName>
                                        </p:attrNameLst>
                                      </p:cBhvr>
                                      <p:to>
                                        <p:strVal val="visible"/>
                                      </p:to>
                                    </p:set>
                                    <p:animEffect filter="fade" transition="in">
                                      <p:cBhvr>
                                        <p:cTn dur="1000"/>
                                        <p:tgtEl>
                                          <p:spTgt spid="32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xEl>
                                              <p:pRg end="7" st="7"/>
                                            </p:txEl>
                                          </p:spTgt>
                                        </p:tgtEl>
                                        <p:attrNameLst>
                                          <p:attrName>style.visibility</p:attrName>
                                        </p:attrNameLst>
                                      </p:cBhvr>
                                      <p:to>
                                        <p:strVal val="visible"/>
                                      </p:to>
                                    </p:set>
                                    <p:animEffect filter="fade" transition="in">
                                      <p:cBhvr>
                                        <p:cTn dur="1000"/>
                                        <p:tgtEl>
                                          <p:spTgt spid="324">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9" name="Shape 329"/>
        <p:cNvGrpSpPr/>
        <p:nvPr/>
      </p:nvGrpSpPr>
      <p:grpSpPr>
        <a:xfrm>
          <a:off x="0" y="0"/>
          <a:ext cx="0" cy="0"/>
          <a:chOff x="0" y="0"/>
          <a:chExt cx="0" cy="0"/>
        </a:xfrm>
      </p:grpSpPr>
      <p:sp>
        <p:nvSpPr>
          <p:cNvPr id="330" name="Google Shape;330;p71"/>
          <p:cNvSpPr txBox="1"/>
          <p:nvPr/>
        </p:nvSpPr>
        <p:spPr>
          <a:xfrm>
            <a:off x="457200" y="274680"/>
            <a:ext cx="7467120" cy="939600"/>
          </a:xfrm>
          <a:prstGeom prst="rect">
            <a:avLst/>
          </a:prstGeom>
          <a:solidFill>
            <a:srgbClr val="FEB80A"/>
          </a:solidFill>
          <a:ln cap="flat" cmpd="sng" w="25550">
            <a:solidFill>
              <a:srgbClr val="BB8807"/>
            </a:solidFill>
            <a:prstDash val="solid"/>
            <a:miter lim="8000"/>
            <a:headEnd len="sm" w="sm" type="none"/>
            <a:tailEnd len="sm" w="sm" type="none"/>
          </a:ln>
        </p:spPr>
        <p:txBody>
          <a:bodyPr anchorCtr="0" anchor="b" bIns="45000" lIns="90000" spcFirstLastPara="1" rIns="90000" wrap="square" tIns="45000">
            <a:noAutofit/>
          </a:bodyPr>
          <a:lstStyle/>
          <a:p>
            <a:pPr indent="0" lvl="0" marL="0" marR="0" rtl="0" algn="l">
              <a:lnSpc>
                <a:spcPct val="100000"/>
              </a:lnSpc>
              <a:spcBef>
                <a:spcPts val="0"/>
              </a:spcBef>
              <a:spcAft>
                <a:spcPts val="0"/>
              </a:spcAft>
              <a:buNone/>
            </a:pPr>
            <a:r>
              <a:rPr b="1" i="0" lang="en-US" sz="3000" u="none" cap="small" strike="noStrike">
                <a:solidFill>
                  <a:srgbClr val="FFFFFF"/>
                </a:solidFill>
                <a:latin typeface="Century Schoolbook"/>
                <a:ea typeface="Century Schoolbook"/>
                <a:cs typeface="Century Schoolbook"/>
                <a:sym typeface="Century Schoolbook"/>
              </a:rPr>
              <a:t>INTELLIGENT BUILDING MODEL</a:t>
            </a:r>
            <a:endParaRPr b="0" i="0" sz="3000" u="none" cap="none" strike="noStrike">
              <a:latin typeface="Arial"/>
              <a:ea typeface="Arial"/>
              <a:cs typeface="Arial"/>
              <a:sym typeface="Arial"/>
            </a:endParaRPr>
          </a:p>
        </p:txBody>
      </p:sp>
      <p:sp>
        <p:nvSpPr>
          <p:cNvPr id="331" name="Google Shape;331;p71"/>
          <p:cNvSpPr txBox="1"/>
          <p:nvPr/>
        </p:nvSpPr>
        <p:spPr>
          <a:xfrm>
            <a:off x="457200" y="1285920"/>
            <a:ext cx="7467120" cy="5187600"/>
          </a:xfrm>
          <a:prstGeom prst="rect">
            <a:avLst/>
          </a:prstGeom>
          <a:gradFill>
            <a:gsLst>
              <a:gs pos="0">
                <a:srgbClr val="D00062"/>
              </a:gs>
              <a:gs pos="100000">
                <a:srgbClr val="6F0035"/>
              </a:gs>
            </a:gsLst>
            <a:path path="circle">
              <a:fillToRect b="50%" l="50%" r="50%" t="50%"/>
            </a:path>
            <a:tileRect/>
          </a:gradFill>
          <a:ln cap="flat" cmpd="sng" w="12600">
            <a:solidFill>
              <a:srgbClr val="D90067"/>
            </a:solidFill>
            <a:prstDash val="solid"/>
            <a:miter lim="8000"/>
            <a:headEnd len="sm" w="sm" type="none"/>
            <a:tailEnd len="sm" w="sm" type="none"/>
          </a:ln>
        </p:spPr>
        <p:txBody>
          <a:bodyPr anchorCtr="0" anchor="t" bIns="45000" lIns="90000" spcFirstLastPara="1" rIns="90000" wrap="square" tIns="45000">
            <a:normAutofit/>
          </a:bodyPr>
          <a:lstStyle/>
          <a:p>
            <a:pPr indent="-273960" lvl="0" marL="274320" marR="0" rtl="0" algn="l">
              <a:lnSpc>
                <a:spcPct val="100000"/>
              </a:lnSpc>
              <a:spcBef>
                <a:spcPts val="0"/>
              </a:spcBef>
              <a:spcAft>
                <a:spcPts val="0"/>
              </a:spcAft>
              <a:buNone/>
            </a:pPr>
            <a:r>
              <a:rPr b="0" i="0" lang="en-US" sz="2800" u="none" cap="none" strike="noStrike">
                <a:solidFill>
                  <a:srgbClr val="FFFFFF"/>
                </a:solidFill>
                <a:latin typeface="Century Schoolbook"/>
                <a:ea typeface="Century Schoolbook"/>
                <a:cs typeface="Century Schoolbook"/>
                <a:sym typeface="Century Schoolbook"/>
              </a:rPr>
              <a:t>Divided in to 7 systems</a:t>
            </a:r>
            <a:endParaRPr b="0" i="0" sz="2800" u="none" cap="none" strike="noStrike">
              <a:latin typeface="Arial"/>
              <a:ea typeface="Arial"/>
              <a:cs typeface="Arial"/>
              <a:sym typeface="Arial"/>
            </a:endParaRPr>
          </a:p>
          <a:p>
            <a:pPr indent="-273960" lvl="0" marL="274320" marR="0" rtl="0" algn="l">
              <a:lnSpc>
                <a:spcPct val="100000"/>
              </a:lnSpc>
              <a:spcBef>
                <a:spcPts val="601"/>
              </a:spcBef>
              <a:spcAft>
                <a:spcPts val="0"/>
              </a:spcAft>
              <a:buNone/>
            </a:pPr>
            <a:r>
              <a:rPr b="0" i="0" lang="en-US" sz="2800" u="none" cap="none" strike="noStrike">
                <a:solidFill>
                  <a:srgbClr val="FFFFFF"/>
                </a:solidFill>
                <a:latin typeface="Century Schoolbook"/>
                <a:ea typeface="Century Schoolbook"/>
                <a:cs typeface="Century Schoolbook"/>
                <a:sym typeface="Century Schoolbook"/>
              </a:rPr>
              <a:t>1.Heating,Ventilating and Air Conditioning (HVAC) system</a:t>
            </a:r>
            <a:endParaRPr b="0" i="0" sz="2800" u="none" cap="none" strike="noStrike">
              <a:latin typeface="Arial"/>
              <a:ea typeface="Arial"/>
              <a:cs typeface="Arial"/>
              <a:sym typeface="Arial"/>
            </a:endParaRPr>
          </a:p>
          <a:p>
            <a:pPr indent="-273960" lvl="0" marL="274320" marR="0" rtl="0" algn="l">
              <a:lnSpc>
                <a:spcPct val="100000"/>
              </a:lnSpc>
              <a:spcBef>
                <a:spcPts val="601"/>
              </a:spcBef>
              <a:spcAft>
                <a:spcPts val="0"/>
              </a:spcAft>
              <a:buNone/>
            </a:pPr>
            <a:r>
              <a:rPr b="0" i="0" lang="en-US" sz="2800" u="none" cap="none" strike="noStrike">
                <a:solidFill>
                  <a:srgbClr val="FFFFFF"/>
                </a:solidFill>
                <a:latin typeface="Century Schoolbook"/>
                <a:ea typeface="Century Schoolbook"/>
                <a:cs typeface="Century Schoolbook"/>
                <a:sym typeface="Century Schoolbook"/>
              </a:rPr>
              <a:t>2.Electrical power distribution system</a:t>
            </a:r>
            <a:endParaRPr b="0" i="0" sz="2800" u="none" cap="none" strike="noStrike">
              <a:latin typeface="Arial"/>
              <a:ea typeface="Arial"/>
              <a:cs typeface="Arial"/>
              <a:sym typeface="Arial"/>
            </a:endParaRPr>
          </a:p>
          <a:p>
            <a:pPr indent="-273960" lvl="0" marL="274320" marR="0" rtl="0" algn="l">
              <a:lnSpc>
                <a:spcPct val="100000"/>
              </a:lnSpc>
              <a:spcBef>
                <a:spcPts val="601"/>
              </a:spcBef>
              <a:spcAft>
                <a:spcPts val="0"/>
              </a:spcAft>
              <a:buNone/>
            </a:pPr>
            <a:r>
              <a:rPr b="0" i="0" lang="en-US" sz="2800" u="none" cap="none" strike="noStrike">
                <a:solidFill>
                  <a:srgbClr val="FFFFFF"/>
                </a:solidFill>
                <a:latin typeface="Century Schoolbook"/>
                <a:ea typeface="Century Schoolbook"/>
                <a:cs typeface="Century Schoolbook"/>
                <a:sym typeface="Century Schoolbook"/>
              </a:rPr>
              <a:t>3.Communication system</a:t>
            </a:r>
            <a:endParaRPr b="0" i="0" sz="2800" u="none" cap="none" strike="noStrike">
              <a:latin typeface="Arial"/>
              <a:ea typeface="Arial"/>
              <a:cs typeface="Arial"/>
              <a:sym typeface="Arial"/>
            </a:endParaRPr>
          </a:p>
          <a:p>
            <a:pPr indent="-273960" lvl="0" marL="274320" marR="0" rtl="0" algn="l">
              <a:lnSpc>
                <a:spcPct val="100000"/>
              </a:lnSpc>
              <a:spcBef>
                <a:spcPts val="601"/>
              </a:spcBef>
              <a:spcAft>
                <a:spcPts val="0"/>
              </a:spcAft>
              <a:buNone/>
            </a:pPr>
            <a:r>
              <a:rPr b="0" i="0" lang="en-US" sz="2800" u="none" cap="none" strike="noStrike">
                <a:solidFill>
                  <a:srgbClr val="FFFFFF"/>
                </a:solidFill>
                <a:latin typeface="Century Schoolbook"/>
                <a:ea typeface="Century Schoolbook"/>
                <a:cs typeface="Century Schoolbook"/>
                <a:sym typeface="Century Schoolbook"/>
              </a:rPr>
              <a:t>4.Lighting system</a:t>
            </a:r>
            <a:endParaRPr b="0" i="0" sz="2800" u="none" cap="none" strike="noStrike">
              <a:latin typeface="Arial"/>
              <a:ea typeface="Arial"/>
              <a:cs typeface="Arial"/>
              <a:sym typeface="Arial"/>
            </a:endParaRPr>
          </a:p>
          <a:p>
            <a:pPr indent="-273960" lvl="0" marL="274320" marR="0" rtl="0" algn="l">
              <a:lnSpc>
                <a:spcPct val="100000"/>
              </a:lnSpc>
              <a:spcBef>
                <a:spcPts val="601"/>
              </a:spcBef>
              <a:spcAft>
                <a:spcPts val="0"/>
              </a:spcAft>
              <a:buNone/>
            </a:pPr>
            <a:r>
              <a:rPr b="0" i="0" lang="en-US" sz="2800" u="none" cap="none" strike="noStrike">
                <a:solidFill>
                  <a:srgbClr val="FFFFFF"/>
                </a:solidFill>
                <a:latin typeface="Century Schoolbook"/>
                <a:ea typeface="Century Schoolbook"/>
                <a:cs typeface="Century Schoolbook"/>
                <a:sym typeface="Century Schoolbook"/>
              </a:rPr>
              <a:t>5.Vertical Transport system</a:t>
            </a:r>
            <a:endParaRPr b="0" i="0" sz="2800" u="none" cap="none" strike="noStrike">
              <a:latin typeface="Arial"/>
              <a:ea typeface="Arial"/>
              <a:cs typeface="Arial"/>
              <a:sym typeface="Arial"/>
            </a:endParaRPr>
          </a:p>
          <a:p>
            <a:pPr indent="-273960" lvl="0" marL="274320" marR="0" rtl="0" algn="l">
              <a:lnSpc>
                <a:spcPct val="100000"/>
              </a:lnSpc>
              <a:spcBef>
                <a:spcPts val="601"/>
              </a:spcBef>
              <a:spcAft>
                <a:spcPts val="0"/>
              </a:spcAft>
              <a:buNone/>
            </a:pPr>
            <a:r>
              <a:rPr b="0" i="0" lang="en-US" sz="2800" u="none" cap="none" strike="noStrike">
                <a:solidFill>
                  <a:srgbClr val="FFFFFF"/>
                </a:solidFill>
                <a:latin typeface="Century Schoolbook"/>
                <a:ea typeface="Century Schoolbook"/>
                <a:cs typeface="Century Schoolbook"/>
                <a:sym typeface="Century Schoolbook"/>
              </a:rPr>
              <a:t>6.Security system</a:t>
            </a:r>
            <a:endParaRPr b="0" i="0" sz="2800" u="none" cap="none" strike="noStrike">
              <a:latin typeface="Arial"/>
              <a:ea typeface="Arial"/>
              <a:cs typeface="Arial"/>
              <a:sym typeface="Arial"/>
            </a:endParaRPr>
          </a:p>
          <a:p>
            <a:pPr indent="-273960" lvl="0" marL="274320" marR="0" rtl="0" algn="l">
              <a:lnSpc>
                <a:spcPct val="100000"/>
              </a:lnSpc>
              <a:spcBef>
                <a:spcPts val="601"/>
              </a:spcBef>
              <a:spcAft>
                <a:spcPts val="0"/>
              </a:spcAft>
              <a:buNone/>
            </a:pPr>
            <a:r>
              <a:rPr b="0" i="0" lang="en-US" sz="2800" u="none" cap="none" strike="noStrike">
                <a:solidFill>
                  <a:srgbClr val="FFFFFF"/>
                </a:solidFill>
                <a:latin typeface="Century Schoolbook"/>
                <a:ea typeface="Century Schoolbook"/>
                <a:cs typeface="Century Schoolbook"/>
                <a:sym typeface="Century Schoolbook"/>
              </a:rPr>
              <a:t>7.Life safety system</a:t>
            </a:r>
            <a:endParaRPr b="0" i="0" sz="2800" u="none" cap="none" strike="noStrike">
              <a:latin typeface="Arial"/>
              <a:ea typeface="Arial"/>
              <a:cs typeface="Arial"/>
              <a:sym typeface="Arial"/>
            </a:endParaRPr>
          </a:p>
          <a:p>
            <a:pPr indent="-273960" lvl="0" marL="274320" marR="0" rtl="0" algn="l">
              <a:lnSpc>
                <a:spcPct val="100000"/>
              </a:lnSpc>
              <a:spcBef>
                <a:spcPts val="601"/>
              </a:spcBef>
              <a:spcAft>
                <a:spcPts val="0"/>
              </a:spcAft>
              <a:buNone/>
            </a:pPr>
            <a:r>
              <a:rPr b="0" i="0" lang="en-US" sz="2800" u="none" cap="none" strike="noStrike">
                <a:solidFill>
                  <a:srgbClr val="FFFFFF"/>
                </a:solidFill>
                <a:latin typeface="Century Schoolbook"/>
                <a:ea typeface="Century Schoolbook"/>
                <a:cs typeface="Century Schoolbook"/>
                <a:sym typeface="Century Schoolbook"/>
              </a:rPr>
              <a:t> </a:t>
            </a:r>
            <a:endParaRPr b="0" i="0" sz="2800" u="none" cap="none" strike="noStrike">
              <a:latin typeface="Arial"/>
              <a:ea typeface="Arial"/>
              <a:cs typeface="Arial"/>
              <a:sym typeface="Arial"/>
            </a:endParaRPr>
          </a:p>
          <a:p>
            <a:pPr indent="-273960" lvl="0" marL="274320" marR="0" rtl="0" algn="l">
              <a:lnSpc>
                <a:spcPct val="100000"/>
              </a:lnSpc>
              <a:spcBef>
                <a:spcPts val="601"/>
              </a:spcBef>
              <a:spcAft>
                <a:spcPts val="0"/>
              </a:spcAft>
              <a:buNone/>
            </a:pPr>
            <a:r>
              <a:rPr b="0" i="0" lang="en-US" sz="2800" u="none" cap="none" strike="noStrike">
                <a:solidFill>
                  <a:srgbClr val="FFFFFF"/>
                </a:solidFill>
                <a:latin typeface="Century Schoolbook"/>
                <a:ea typeface="Century Schoolbook"/>
                <a:cs typeface="Century Schoolbook"/>
                <a:sym typeface="Century Schoolbook"/>
              </a:rPr>
              <a:t> </a:t>
            </a:r>
            <a:endParaRPr b="0" i="0" sz="2800" u="none" cap="none" strike="noStrike">
              <a:latin typeface="Arial"/>
              <a:ea typeface="Arial"/>
              <a:cs typeface="Arial"/>
              <a:sym typeface="Arial"/>
            </a:endParaRPr>
          </a:p>
          <a:p>
            <a:pPr indent="-273960" lvl="0" marL="274320" marR="0" rtl="0" algn="l">
              <a:lnSpc>
                <a:spcPct val="100000"/>
              </a:lnSpc>
              <a:spcBef>
                <a:spcPts val="601"/>
              </a:spcBef>
              <a:spcAft>
                <a:spcPts val="0"/>
              </a:spcAft>
              <a:buNone/>
            </a:pPr>
            <a:r>
              <a:rPr b="0" i="0" lang="en-US" sz="2400" u="none" cap="none" strike="noStrike">
                <a:solidFill>
                  <a:srgbClr val="FFFFFF"/>
                </a:solidFill>
                <a:latin typeface="Century Schoolbook"/>
                <a:ea typeface="Century Schoolbook"/>
                <a:cs typeface="Century Schoolbook"/>
                <a:sym typeface="Century Schoolbook"/>
              </a:rPr>
              <a:t> </a:t>
            </a:r>
            <a:endParaRPr b="0" i="0" sz="2400" u="none" cap="none" strike="noStrike">
              <a:latin typeface="Arial"/>
              <a:ea typeface="Arial"/>
              <a:cs typeface="Arial"/>
              <a:sym typeface="Arial"/>
            </a:endParaRPr>
          </a:p>
          <a:p>
            <a:pPr indent="-273960" lvl="0" marL="274320" marR="0" rtl="0" algn="l">
              <a:lnSpc>
                <a:spcPct val="100000"/>
              </a:lnSpc>
              <a:spcBef>
                <a:spcPts val="601"/>
              </a:spcBef>
              <a:spcAft>
                <a:spcPts val="0"/>
              </a:spcAft>
              <a:buNone/>
            </a:pPr>
            <a:r>
              <a:rPr b="0" i="0" lang="en-US" sz="2400" u="none" cap="none" strike="noStrike">
                <a:solidFill>
                  <a:srgbClr val="FFFFFF"/>
                </a:solidFill>
                <a:latin typeface="Century Schoolbook"/>
                <a:ea typeface="Century Schoolbook"/>
                <a:cs typeface="Century Schoolbook"/>
                <a:sym typeface="Century Schoolbook"/>
              </a:rPr>
              <a:t> </a:t>
            </a:r>
            <a:endParaRPr b="0" i="0" sz="2400" u="none" cap="none" strike="noStrike">
              <a:latin typeface="Arial"/>
              <a:ea typeface="Arial"/>
              <a:cs typeface="Arial"/>
              <a:sym typeface="Arial"/>
            </a:endParaRPr>
          </a:p>
          <a:p>
            <a:pPr indent="-273960" lvl="0" marL="274320" marR="0" rtl="0" algn="l">
              <a:lnSpc>
                <a:spcPct val="100000"/>
              </a:lnSpc>
              <a:spcBef>
                <a:spcPts val="601"/>
              </a:spcBef>
              <a:spcAft>
                <a:spcPts val="0"/>
              </a:spcAft>
              <a:buNone/>
            </a:pPr>
            <a:r>
              <a:rPr b="0" i="0" lang="en-US" sz="2400" u="none" cap="none" strike="noStrike">
                <a:solidFill>
                  <a:srgbClr val="FFFFFF"/>
                </a:solidFill>
                <a:latin typeface="Century Schoolbook"/>
                <a:ea typeface="Century Schoolbook"/>
                <a:cs typeface="Century Schoolbook"/>
                <a:sym typeface="Century Schoolbook"/>
              </a:rPr>
              <a:t> </a:t>
            </a:r>
            <a:endParaRPr b="0" i="0" sz="2400" u="none" cap="none" strike="noStrike">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6" name="Shape 336"/>
        <p:cNvGrpSpPr/>
        <p:nvPr/>
      </p:nvGrpSpPr>
      <p:grpSpPr>
        <a:xfrm>
          <a:off x="0" y="0"/>
          <a:ext cx="0" cy="0"/>
          <a:chOff x="0" y="0"/>
          <a:chExt cx="0" cy="0"/>
        </a:xfrm>
      </p:grpSpPr>
      <p:sp>
        <p:nvSpPr>
          <p:cNvPr id="337" name="Google Shape;337;p72"/>
          <p:cNvSpPr txBox="1"/>
          <p:nvPr/>
        </p:nvSpPr>
        <p:spPr>
          <a:xfrm>
            <a:off x="609480" y="304920"/>
            <a:ext cx="8000640" cy="1142640"/>
          </a:xfrm>
          <a:prstGeom prst="rect">
            <a:avLst/>
          </a:prstGeom>
          <a:gradFill>
            <a:gsLst>
              <a:gs pos="0">
                <a:srgbClr val="63D208"/>
              </a:gs>
              <a:gs pos="100000">
                <a:srgbClr val="357400"/>
              </a:gs>
            </a:gsLst>
            <a:path path="circle">
              <a:fillToRect b="50%" l="50%" r="50%" t="50%"/>
            </a:path>
            <a:tileRect/>
          </a:gradFill>
          <a:ln cap="flat" cmpd="sng" w="12600">
            <a:solidFill>
              <a:srgbClr val="69D212"/>
            </a:solidFill>
            <a:prstDash val="solid"/>
            <a:miter lim="8000"/>
            <a:headEnd len="sm" w="sm" type="none"/>
            <a:tailEnd len="sm" w="sm" type="none"/>
          </a:ln>
        </p:spPr>
        <p:txBody>
          <a:bodyPr anchorCtr="0" anchor="b" bIns="45000" lIns="90000" spcFirstLastPara="1" rIns="90000" wrap="square" tIns="45000">
            <a:noAutofit/>
          </a:bodyPr>
          <a:lstStyle/>
          <a:p>
            <a:pPr indent="0" lvl="0" marL="0" marR="0" rtl="0" algn="l">
              <a:lnSpc>
                <a:spcPct val="100000"/>
              </a:lnSpc>
              <a:spcBef>
                <a:spcPts val="0"/>
              </a:spcBef>
              <a:spcAft>
                <a:spcPts val="0"/>
              </a:spcAft>
              <a:buNone/>
            </a:pPr>
            <a:r>
              <a:rPr b="0" i="0" lang="en-US" sz="3000" u="none" cap="small" strike="noStrike">
                <a:solidFill>
                  <a:srgbClr val="FFFFFF"/>
                </a:solidFill>
                <a:latin typeface="Century Schoolbook"/>
                <a:ea typeface="Century Schoolbook"/>
                <a:cs typeface="Century Schoolbook"/>
                <a:sym typeface="Century Schoolbook"/>
              </a:rPr>
              <a:t> </a:t>
            </a:r>
            <a:r>
              <a:rPr b="0" i="0" lang="en-US" sz="3200" u="none" cap="small" strike="noStrike">
                <a:solidFill>
                  <a:srgbClr val="FFFFFF"/>
                </a:solidFill>
                <a:latin typeface="Century Schoolbook"/>
                <a:ea typeface="Century Schoolbook"/>
                <a:cs typeface="Century Schoolbook"/>
                <a:sym typeface="Century Schoolbook"/>
              </a:rPr>
              <a:t>What is Green Building?</a:t>
            </a:r>
            <a:endParaRPr b="0" i="0" sz="3200" u="none" cap="none" strike="noStrike">
              <a:latin typeface="Arial"/>
              <a:ea typeface="Arial"/>
              <a:cs typeface="Arial"/>
              <a:sym typeface="Arial"/>
            </a:endParaRPr>
          </a:p>
        </p:txBody>
      </p:sp>
      <p:sp>
        <p:nvSpPr>
          <p:cNvPr id="338" name="Google Shape;338;p72"/>
          <p:cNvSpPr txBox="1"/>
          <p:nvPr/>
        </p:nvSpPr>
        <p:spPr>
          <a:xfrm>
            <a:off x="457200" y="1600200"/>
            <a:ext cx="8076960" cy="4873320"/>
          </a:xfrm>
          <a:prstGeom prst="rect">
            <a:avLst/>
          </a:prstGeom>
          <a:gradFill>
            <a:gsLst>
              <a:gs pos="0">
                <a:srgbClr val="00A792"/>
              </a:gs>
              <a:gs pos="100000">
                <a:srgbClr val="00594D"/>
              </a:gs>
            </a:gsLst>
            <a:path path="circle">
              <a:fillToRect b="50%" l="50%" r="50%" t="50%"/>
            </a:path>
            <a:tileRect/>
          </a:gradFill>
          <a:ln cap="flat" cmpd="sng" w="12600">
            <a:solidFill>
              <a:srgbClr val="00AF98"/>
            </a:solidFill>
            <a:prstDash val="solid"/>
            <a:miter lim="8000"/>
            <a:headEnd len="sm" w="sm" type="none"/>
            <a:tailEnd len="sm" w="sm" type="none"/>
          </a:ln>
        </p:spPr>
        <p:txBody>
          <a:bodyPr anchorCtr="0" anchor="t" bIns="45000" lIns="90000" spcFirstLastPara="1" rIns="90000" wrap="square" tIns="45000">
            <a:normAutofit/>
          </a:bodyPr>
          <a:lstStyle/>
          <a:p>
            <a:pPr indent="-142240" lvl="0" marL="0" marR="0" rtl="0" algn="l">
              <a:lnSpc>
                <a:spcPct val="100000"/>
              </a:lnSpc>
              <a:spcBef>
                <a:spcPts val="0"/>
              </a:spcBef>
              <a:spcAft>
                <a:spcPts val="0"/>
              </a:spcAft>
              <a:buClr>
                <a:srgbClr val="7FD13B"/>
              </a:buClr>
              <a:buSzPts val="2240"/>
              <a:buFont typeface="Noto Sans Symbols"/>
              <a:buChar char="🞆"/>
            </a:pPr>
            <a:r>
              <a:rPr b="0" i="0" lang="en-US" sz="3200" u="none" cap="none" strike="noStrike">
                <a:solidFill>
                  <a:srgbClr val="FFFFFF"/>
                </a:solidFill>
                <a:latin typeface="Century Schoolbook"/>
                <a:ea typeface="Century Schoolbook"/>
                <a:cs typeface="Century Schoolbook"/>
                <a:sym typeface="Century Schoolbook"/>
              </a:rPr>
              <a:t>It is a new approach to save water, energy and material resources in the construction and maintenance of the buildings and can reduce or eliminate the adverse impact of building on the environment and occupants</a:t>
            </a:r>
            <a:endParaRPr b="0" i="0" sz="3200" u="none" cap="none" strike="noStrike">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3" name="Shape 343"/>
        <p:cNvGrpSpPr/>
        <p:nvPr/>
      </p:nvGrpSpPr>
      <p:grpSpPr>
        <a:xfrm>
          <a:off x="0" y="0"/>
          <a:ext cx="0" cy="0"/>
          <a:chOff x="0" y="0"/>
          <a:chExt cx="0" cy="0"/>
        </a:xfrm>
      </p:grpSpPr>
      <p:sp>
        <p:nvSpPr>
          <p:cNvPr id="344" name="Google Shape;344;p73"/>
          <p:cNvSpPr txBox="1"/>
          <p:nvPr/>
        </p:nvSpPr>
        <p:spPr>
          <a:xfrm>
            <a:off x="457200" y="274680"/>
            <a:ext cx="7467120" cy="1142640"/>
          </a:xfrm>
          <a:prstGeom prst="rect">
            <a:avLst/>
          </a:prstGeom>
          <a:gradFill>
            <a:gsLst>
              <a:gs pos="0">
                <a:srgbClr val="63D208"/>
              </a:gs>
              <a:gs pos="100000">
                <a:srgbClr val="357400"/>
              </a:gs>
            </a:gsLst>
            <a:path path="circle">
              <a:fillToRect b="50%" l="50%" r="50%" t="50%"/>
            </a:path>
            <a:tileRect/>
          </a:gradFill>
          <a:ln cap="flat" cmpd="sng" w="12600">
            <a:solidFill>
              <a:srgbClr val="69D212"/>
            </a:solidFill>
            <a:prstDash val="solid"/>
            <a:miter lim="8000"/>
            <a:headEnd len="sm" w="sm" type="none"/>
            <a:tailEnd len="sm" w="sm" type="none"/>
          </a:ln>
        </p:spPr>
        <p:txBody>
          <a:bodyPr anchorCtr="0" anchor="b" bIns="45000" lIns="90000" spcFirstLastPara="1" rIns="90000" wrap="square" tIns="45000">
            <a:normAutofit/>
          </a:bodyPr>
          <a:lstStyle/>
          <a:p>
            <a:pPr indent="0" lvl="0" marL="0" marR="0" rtl="0" algn="l">
              <a:lnSpc>
                <a:spcPct val="100000"/>
              </a:lnSpc>
              <a:spcBef>
                <a:spcPts val="0"/>
              </a:spcBef>
              <a:spcAft>
                <a:spcPts val="0"/>
              </a:spcAft>
              <a:buNone/>
            </a:pPr>
            <a:r>
              <a:rPr b="0" i="0" lang="en-US" sz="3200" u="none" cap="small" strike="noStrike">
                <a:solidFill>
                  <a:srgbClr val="FFFFFF"/>
                </a:solidFill>
                <a:latin typeface="Century Schoolbook"/>
                <a:ea typeface="Century Schoolbook"/>
                <a:cs typeface="Century Schoolbook"/>
                <a:sym typeface="Century Schoolbook"/>
              </a:rPr>
              <a:t>What is Green Building?</a:t>
            </a:r>
            <a:endParaRPr b="0" i="0" sz="3200" u="none" cap="none" strike="noStrike">
              <a:latin typeface="Arial"/>
              <a:ea typeface="Arial"/>
              <a:cs typeface="Arial"/>
              <a:sym typeface="Arial"/>
            </a:endParaRPr>
          </a:p>
        </p:txBody>
      </p:sp>
      <p:sp>
        <p:nvSpPr>
          <p:cNvPr id="345" name="Google Shape;345;p73"/>
          <p:cNvSpPr txBox="1"/>
          <p:nvPr/>
        </p:nvSpPr>
        <p:spPr>
          <a:xfrm>
            <a:off x="457200" y="1600200"/>
            <a:ext cx="7467120" cy="4873320"/>
          </a:xfrm>
          <a:prstGeom prst="rect">
            <a:avLst/>
          </a:prstGeom>
          <a:gradFill>
            <a:gsLst>
              <a:gs pos="0">
                <a:srgbClr val="00A792"/>
              </a:gs>
              <a:gs pos="100000">
                <a:srgbClr val="00594D"/>
              </a:gs>
            </a:gsLst>
            <a:path path="circle">
              <a:fillToRect b="50%" l="50%" r="50%" t="50%"/>
            </a:path>
            <a:tileRect/>
          </a:gradFill>
          <a:ln cap="flat" cmpd="sng" w="12600">
            <a:solidFill>
              <a:srgbClr val="00AF98"/>
            </a:solidFill>
            <a:prstDash val="solid"/>
            <a:miter lim="8000"/>
            <a:headEnd len="sm" w="sm" type="none"/>
            <a:tailEnd len="sm" w="sm" type="none"/>
          </a:ln>
        </p:spPr>
        <p:txBody>
          <a:bodyPr anchorCtr="0" anchor="t" bIns="45000" lIns="90000" spcFirstLastPara="1" rIns="90000" wrap="square" tIns="45000">
            <a:normAutofit/>
          </a:bodyPr>
          <a:lstStyle/>
          <a:p>
            <a:pPr indent="-142240" lvl="0" marL="0" marR="0" rtl="0" algn="l">
              <a:lnSpc>
                <a:spcPct val="100000"/>
              </a:lnSpc>
              <a:spcBef>
                <a:spcPts val="0"/>
              </a:spcBef>
              <a:spcAft>
                <a:spcPts val="0"/>
              </a:spcAft>
              <a:buClr>
                <a:srgbClr val="7FD13B"/>
              </a:buClr>
              <a:buSzPts val="2240"/>
              <a:buFont typeface="Noto Sans Symbols"/>
              <a:buChar char="🞆"/>
            </a:pPr>
            <a:r>
              <a:rPr b="0" i="0" lang="en-US" sz="3200" u="none" cap="none" strike="noStrike">
                <a:solidFill>
                  <a:srgbClr val="FFFFFF"/>
                </a:solidFill>
                <a:latin typeface="Century Schoolbook"/>
                <a:ea typeface="Century Schoolbook"/>
                <a:cs typeface="Century Schoolbook"/>
                <a:sym typeface="Century Schoolbook"/>
              </a:rPr>
              <a:t>EPA definition:  </a:t>
            </a:r>
            <a:r>
              <a:rPr b="0" i="1" lang="en-US" sz="3200" u="none" cap="none" strike="noStrike">
                <a:solidFill>
                  <a:srgbClr val="FFFFFF"/>
                </a:solidFill>
                <a:latin typeface="Century Schoolbook"/>
                <a:ea typeface="Century Schoolbook"/>
                <a:cs typeface="Century Schoolbook"/>
                <a:sym typeface="Century Schoolbook"/>
              </a:rPr>
              <a:t>“Green or sustainable building is the practice of creating healthier and more resource-efficient models of construction, renovation, operation, maintenance, and demolition.”</a:t>
            </a:r>
            <a:endParaRPr b="0" i="0" sz="3200" u="none" cap="none" strike="noStrike">
              <a:latin typeface="Arial"/>
              <a:ea typeface="Arial"/>
              <a:cs typeface="Arial"/>
              <a:sym typeface="Arial"/>
            </a:endParaRPr>
          </a:p>
          <a:p>
            <a:pPr indent="-142240" lvl="0" marL="0" marR="0" rtl="0" algn="l">
              <a:lnSpc>
                <a:spcPct val="100000"/>
              </a:lnSpc>
              <a:spcBef>
                <a:spcPts val="601"/>
              </a:spcBef>
              <a:spcAft>
                <a:spcPts val="0"/>
              </a:spcAft>
              <a:buClr>
                <a:srgbClr val="7FD13B"/>
              </a:buClr>
              <a:buSzPts val="2240"/>
              <a:buFont typeface="Noto Sans Symbols"/>
              <a:buChar char="🞆"/>
            </a:pPr>
            <a:r>
              <a:rPr b="0" i="0" lang="en-US" sz="3200" u="none" cap="none" strike="noStrike">
                <a:solidFill>
                  <a:srgbClr val="FFFFFF"/>
                </a:solidFill>
                <a:latin typeface="Century Schoolbook"/>
                <a:ea typeface="Century Schoolbook"/>
                <a:cs typeface="Century Schoolbook"/>
                <a:sym typeface="Century Schoolbook"/>
              </a:rPr>
              <a:t>More than just installing solar panels on your roof</a:t>
            </a:r>
            <a:endParaRPr b="0" i="0" sz="32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0" i="0" lang="en-US" sz="3200" u="none" cap="none" strike="noStrike">
                <a:solidFill>
                  <a:srgbClr val="FFFFFF"/>
                </a:solidFill>
                <a:latin typeface="Century Schoolbook"/>
                <a:ea typeface="Century Schoolbook"/>
                <a:cs typeface="Century Schoolbook"/>
                <a:sym typeface="Century Schoolbook"/>
              </a:rPr>
              <a:t> </a:t>
            </a:r>
            <a:endParaRPr b="0" i="0" sz="32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
                                            <p:txEl>
                                              <p:pRg end="0" st="0"/>
                                            </p:txEl>
                                          </p:spTgt>
                                        </p:tgtEl>
                                        <p:attrNameLst>
                                          <p:attrName>style.visibility</p:attrName>
                                        </p:attrNameLst>
                                      </p:cBhvr>
                                      <p:to>
                                        <p:strVal val="visible"/>
                                      </p:to>
                                    </p:set>
                                    <p:animEffect filter="fade" transition="in">
                                      <p:cBhvr>
                                        <p:cTn dur="1000"/>
                                        <p:tgtEl>
                                          <p:spTgt spid="3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
                                            <p:txEl>
                                              <p:pRg end="1" st="1"/>
                                            </p:txEl>
                                          </p:spTgt>
                                        </p:tgtEl>
                                        <p:attrNameLst>
                                          <p:attrName>style.visibility</p:attrName>
                                        </p:attrNameLst>
                                      </p:cBhvr>
                                      <p:to>
                                        <p:strVal val="visible"/>
                                      </p:to>
                                    </p:set>
                                    <p:animEffect filter="fade" transition="in">
                                      <p:cBhvr>
                                        <p:cTn dur="1000"/>
                                        <p:tgtEl>
                                          <p:spTgt spid="34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
                                            <p:txEl>
                                              <p:pRg end="2" st="2"/>
                                            </p:txEl>
                                          </p:spTgt>
                                        </p:tgtEl>
                                        <p:attrNameLst>
                                          <p:attrName>style.visibility</p:attrName>
                                        </p:attrNameLst>
                                      </p:cBhvr>
                                      <p:to>
                                        <p:strVal val="visible"/>
                                      </p:to>
                                    </p:set>
                                    <p:animEffect filter="fade" transition="in">
                                      <p:cBhvr>
                                        <p:cTn dur="1000"/>
                                        <p:tgtEl>
                                          <p:spTgt spid="345">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9" name="Shape 349"/>
        <p:cNvGrpSpPr/>
        <p:nvPr/>
      </p:nvGrpSpPr>
      <p:grpSpPr>
        <a:xfrm>
          <a:off x="0" y="0"/>
          <a:ext cx="0" cy="0"/>
          <a:chOff x="0" y="0"/>
          <a:chExt cx="0" cy="0"/>
        </a:xfrm>
      </p:grpSpPr>
      <p:pic>
        <p:nvPicPr>
          <p:cNvPr id="350" name="Google Shape;350;p74"/>
          <p:cNvPicPr preferRelativeResize="0"/>
          <p:nvPr/>
        </p:nvPicPr>
        <p:blipFill rotWithShape="1">
          <a:blip r:embed="rId3">
            <a:alphaModFix/>
          </a:blip>
          <a:srcRect b="0" l="0" r="0" t="0"/>
          <a:stretch/>
        </p:blipFill>
        <p:spPr>
          <a:xfrm>
            <a:off x="0" y="170280"/>
            <a:ext cx="9144000" cy="651708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5" name="Shape 355"/>
        <p:cNvGrpSpPr/>
        <p:nvPr/>
      </p:nvGrpSpPr>
      <p:grpSpPr>
        <a:xfrm>
          <a:off x="0" y="0"/>
          <a:ext cx="0" cy="0"/>
          <a:chOff x="0" y="0"/>
          <a:chExt cx="0" cy="0"/>
        </a:xfrm>
      </p:grpSpPr>
      <p:sp>
        <p:nvSpPr>
          <p:cNvPr id="356" name="Google Shape;356;p75"/>
          <p:cNvSpPr txBox="1"/>
          <p:nvPr/>
        </p:nvSpPr>
        <p:spPr>
          <a:xfrm>
            <a:off x="457200" y="304920"/>
            <a:ext cx="8152920" cy="609120"/>
          </a:xfrm>
          <a:prstGeom prst="rect">
            <a:avLst/>
          </a:prstGeom>
          <a:gradFill>
            <a:gsLst>
              <a:gs pos="0">
                <a:srgbClr val="63D208"/>
              </a:gs>
              <a:gs pos="100000">
                <a:srgbClr val="357400"/>
              </a:gs>
            </a:gsLst>
            <a:path path="circle">
              <a:fillToRect b="50%" l="50%" r="50%" t="50%"/>
            </a:path>
            <a:tileRect/>
          </a:gradFill>
          <a:ln cap="flat" cmpd="sng" w="12600">
            <a:solidFill>
              <a:srgbClr val="69D212"/>
            </a:solidFill>
            <a:prstDash val="solid"/>
            <a:miter lim="8000"/>
            <a:headEnd len="sm" w="sm" type="none"/>
            <a:tailEnd len="sm" w="sm" type="none"/>
          </a:ln>
        </p:spPr>
        <p:txBody>
          <a:bodyPr anchorCtr="0" anchor="b" bIns="45000" lIns="90000" spcFirstLastPara="1" rIns="90000" wrap="square" tIns="45000">
            <a:normAutofit/>
          </a:bodyPr>
          <a:lstStyle/>
          <a:p>
            <a:pPr indent="0" lvl="0" marL="0" marR="0" rtl="0" algn="l">
              <a:lnSpc>
                <a:spcPct val="100000"/>
              </a:lnSpc>
              <a:spcBef>
                <a:spcPts val="0"/>
              </a:spcBef>
              <a:spcAft>
                <a:spcPts val="0"/>
              </a:spcAft>
              <a:buNone/>
            </a:pPr>
            <a:r>
              <a:rPr b="0" i="0" lang="en-US" sz="3200" u="none" cap="small" strike="noStrike">
                <a:solidFill>
                  <a:srgbClr val="FFFFFF"/>
                </a:solidFill>
                <a:latin typeface="Century Schoolbook"/>
                <a:ea typeface="Century Schoolbook"/>
                <a:cs typeface="Century Schoolbook"/>
                <a:sym typeface="Century Schoolbook"/>
              </a:rPr>
              <a:t>GREEN BUILDING</a:t>
            </a:r>
            <a:endParaRPr b="0" i="0" sz="3200" u="none" cap="none" strike="noStrike">
              <a:latin typeface="Arial"/>
              <a:ea typeface="Arial"/>
              <a:cs typeface="Arial"/>
              <a:sym typeface="Arial"/>
            </a:endParaRPr>
          </a:p>
        </p:txBody>
      </p:sp>
      <p:sp>
        <p:nvSpPr>
          <p:cNvPr id="357" name="Google Shape;357;p75"/>
          <p:cNvSpPr txBox="1"/>
          <p:nvPr/>
        </p:nvSpPr>
        <p:spPr>
          <a:xfrm>
            <a:off x="457200" y="990720"/>
            <a:ext cx="8152920" cy="5483160"/>
          </a:xfrm>
          <a:prstGeom prst="rect">
            <a:avLst/>
          </a:prstGeom>
          <a:gradFill>
            <a:gsLst>
              <a:gs pos="0">
                <a:srgbClr val="00A792"/>
              </a:gs>
              <a:gs pos="100000">
                <a:srgbClr val="00594D"/>
              </a:gs>
            </a:gsLst>
            <a:path path="circle">
              <a:fillToRect b="50%" l="50%" r="50%" t="50%"/>
            </a:path>
            <a:tileRect/>
          </a:gradFill>
          <a:ln cap="flat" cmpd="sng" w="12600">
            <a:solidFill>
              <a:srgbClr val="00AF98"/>
            </a:solidFill>
            <a:prstDash val="solid"/>
            <a:miter lim="8000"/>
            <a:headEnd len="sm" w="sm" type="none"/>
            <a:tailEnd len="sm" w="sm" type="none"/>
          </a:ln>
        </p:spPr>
        <p:txBody>
          <a:bodyPr anchorCtr="0" anchor="t" bIns="45000" lIns="90000" spcFirstLastPara="1" rIns="90000" wrap="square" tIns="45000">
            <a:normAutofit/>
          </a:bodyPr>
          <a:lstStyle/>
          <a:p>
            <a:pPr indent="-124460" lvl="0" marL="0" marR="0" rtl="0" algn="l">
              <a:lnSpc>
                <a:spcPct val="100000"/>
              </a:lnSpc>
              <a:spcBef>
                <a:spcPts val="0"/>
              </a:spcBef>
              <a:spcAft>
                <a:spcPts val="0"/>
              </a:spcAft>
              <a:buClr>
                <a:srgbClr val="7FD13B"/>
              </a:buClr>
              <a:buSzPts val="1960"/>
              <a:buFont typeface="Noto Sans Symbols"/>
              <a:buChar char="🞆"/>
            </a:pPr>
            <a:r>
              <a:rPr b="0" i="0" lang="en-US" sz="2800" u="none" cap="none" strike="noStrike">
                <a:solidFill>
                  <a:srgbClr val="FFFFFF"/>
                </a:solidFill>
                <a:latin typeface="Century Schoolbook"/>
                <a:ea typeface="Century Schoolbook"/>
                <a:cs typeface="Century Schoolbook"/>
                <a:sym typeface="Century Schoolbook"/>
              </a:rPr>
              <a:t>Green buildings are Eco Friendly Structures . This helps the earth and people to retain nature to the maximum extent possible in 3 ways with reference to the location of buildings</a:t>
            </a:r>
            <a:endParaRPr b="0" i="0" sz="2800" u="none" cap="none" strike="noStrike">
              <a:latin typeface="Arial"/>
              <a:ea typeface="Arial"/>
              <a:cs typeface="Arial"/>
              <a:sym typeface="Arial"/>
            </a:endParaRPr>
          </a:p>
          <a:p>
            <a:pPr indent="-273960" lvl="0" marL="274320" marR="0" rtl="0" algn="l">
              <a:lnSpc>
                <a:spcPct val="100000"/>
              </a:lnSpc>
              <a:spcBef>
                <a:spcPts val="601"/>
              </a:spcBef>
              <a:spcAft>
                <a:spcPts val="0"/>
              </a:spcAft>
              <a:buNone/>
            </a:pPr>
            <a:r>
              <a:rPr b="0" i="0" lang="en-US" sz="2800" u="none" cap="none" strike="noStrike">
                <a:solidFill>
                  <a:srgbClr val="FFFFFF"/>
                </a:solidFill>
                <a:latin typeface="Century Schoolbook"/>
                <a:ea typeface="Century Schoolbook"/>
                <a:cs typeface="Century Schoolbook"/>
                <a:sym typeface="Century Schoolbook"/>
              </a:rPr>
              <a:t>  1.Retain the external environment at the location of the building( land, water, energy)</a:t>
            </a:r>
            <a:endParaRPr b="0" i="0" sz="2800" u="none" cap="none" strike="noStrike">
              <a:latin typeface="Arial"/>
              <a:ea typeface="Arial"/>
              <a:cs typeface="Arial"/>
              <a:sym typeface="Arial"/>
            </a:endParaRPr>
          </a:p>
          <a:p>
            <a:pPr indent="-273960" lvl="0" marL="274320" marR="0" rtl="0" algn="l">
              <a:lnSpc>
                <a:spcPct val="100000"/>
              </a:lnSpc>
              <a:spcBef>
                <a:spcPts val="601"/>
              </a:spcBef>
              <a:spcAft>
                <a:spcPts val="0"/>
              </a:spcAft>
              <a:buNone/>
            </a:pPr>
            <a:r>
              <a:rPr b="0" i="0" lang="en-US" sz="2800" u="none" cap="none" strike="noStrike">
                <a:solidFill>
                  <a:srgbClr val="FFFFFF"/>
                </a:solidFill>
                <a:latin typeface="Century Schoolbook"/>
                <a:ea typeface="Century Schoolbook"/>
                <a:cs typeface="Century Schoolbook"/>
                <a:sym typeface="Century Schoolbook"/>
              </a:rPr>
              <a:t>  2.Improve internal environment for the inhabitants(light, air)</a:t>
            </a:r>
            <a:endParaRPr b="0" i="0" sz="2800" u="none" cap="none" strike="noStrike">
              <a:latin typeface="Arial"/>
              <a:ea typeface="Arial"/>
              <a:cs typeface="Arial"/>
              <a:sym typeface="Arial"/>
            </a:endParaRPr>
          </a:p>
          <a:p>
            <a:pPr indent="-273960" lvl="0" marL="274320" marR="0" rtl="0" algn="l">
              <a:lnSpc>
                <a:spcPct val="100000"/>
              </a:lnSpc>
              <a:spcBef>
                <a:spcPts val="601"/>
              </a:spcBef>
              <a:spcAft>
                <a:spcPts val="0"/>
              </a:spcAft>
              <a:buNone/>
            </a:pPr>
            <a:r>
              <a:rPr b="0" i="0" lang="en-US" sz="2800" u="none" cap="none" strike="noStrike">
                <a:solidFill>
                  <a:srgbClr val="FFFFFF"/>
                </a:solidFill>
                <a:latin typeface="Century Schoolbook"/>
                <a:ea typeface="Century Schoolbook"/>
                <a:cs typeface="Century Schoolbook"/>
                <a:sym typeface="Century Schoolbook"/>
              </a:rPr>
              <a:t>  3. Preserve the environment at places far away    from the building(locally available materials green building materials)</a:t>
            </a:r>
            <a:endParaRPr b="0" i="0" sz="2800" u="none" cap="none" strike="noStrike">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2" name="Shape 362"/>
        <p:cNvGrpSpPr/>
        <p:nvPr/>
      </p:nvGrpSpPr>
      <p:grpSpPr>
        <a:xfrm>
          <a:off x="0" y="0"/>
          <a:ext cx="0" cy="0"/>
          <a:chOff x="0" y="0"/>
          <a:chExt cx="0" cy="0"/>
        </a:xfrm>
      </p:grpSpPr>
      <p:sp>
        <p:nvSpPr>
          <p:cNvPr id="363" name="Google Shape;363;p76"/>
          <p:cNvSpPr txBox="1"/>
          <p:nvPr/>
        </p:nvSpPr>
        <p:spPr>
          <a:xfrm>
            <a:off x="457200" y="274680"/>
            <a:ext cx="8076960" cy="1142640"/>
          </a:xfrm>
          <a:prstGeom prst="rect">
            <a:avLst/>
          </a:prstGeom>
          <a:gradFill>
            <a:gsLst>
              <a:gs pos="0">
                <a:srgbClr val="D7FFC6"/>
              </a:gs>
              <a:gs pos="100000">
                <a:srgbClr val="A7FF7D"/>
              </a:gs>
            </a:gsLst>
            <a:path path="circle">
              <a:fillToRect b="50%" l="50%" r="50%" t="50%"/>
            </a:path>
            <a:tileRect/>
          </a:gradFill>
          <a:ln cap="flat" cmpd="sng" w="12600">
            <a:solidFill>
              <a:srgbClr val="69D212"/>
            </a:solidFill>
            <a:prstDash val="solid"/>
            <a:miter lim="8000"/>
            <a:headEnd len="sm" w="sm" type="none"/>
            <a:tailEnd len="sm" w="sm" type="none"/>
          </a:ln>
        </p:spPr>
        <p:txBody>
          <a:bodyPr anchorCtr="1" anchor="b" bIns="45000" lIns="90000" spcFirstLastPara="1" rIns="90000" wrap="square" tIns="45000">
            <a:normAutofit/>
          </a:bodyPr>
          <a:lstStyle/>
          <a:p>
            <a:pPr indent="0" lvl="0" marL="0" marR="0" rtl="0" algn="ctr">
              <a:lnSpc>
                <a:spcPct val="100000"/>
              </a:lnSpc>
              <a:spcBef>
                <a:spcPts val="0"/>
              </a:spcBef>
              <a:spcAft>
                <a:spcPts val="0"/>
              </a:spcAft>
              <a:buNone/>
            </a:pPr>
            <a:r>
              <a:rPr b="0" i="0" lang="en-US" sz="3200" u="none" cap="small" strike="noStrike">
                <a:solidFill>
                  <a:srgbClr val="000000"/>
                </a:solidFill>
                <a:latin typeface="Century Schoolbook"/>
                <a:ea typeface="Century Schoolbook"/>
                <a:cs typeface="Century Schoolbook"/>
                <a:sym typeface="Century Schoolbook"/>
              </a:rPr>
              <a:t>New Project Planning</a:t>
            </a:r>
            <a:endParaRPr b="0" i="0" sz="3200" u="none" cap="none" strike="noStrike">
              <a:latin typeface="Arial"/>
              <a:ea typeface="Arial"/>
              <a:cs typeface="Arial"/>
              <a:sym typeface="Arial"/>
            </a:endParaRPr>
          </a:p>
        </p:txBody>
      </p:sp>
      <p:sp>
        <p:nvSpPr>
          <p:cNvPr id="364" name="Google Shape;364;p76"/>
          <p:cNvSpPr txBox="1"/>
          <p:nvPr/>
        </p:nvSpPr>
        <p:spPr>
          <a:xfrm>
            <a:off x="457200" y="1600200"/>
            <a:ext cx="8076960" cy="4873320"/>
          </a:xfrm>
          <a:prstGeom prst="rect">
            <a:avLst/>
          </a:prstGeom>
          <a:gradFill>
            <a:gsLst>
              <a:gs pos="0">
                <a:srgbClr val="C2F9EC"/>
              </a:gs>
              <a:gs pos="100000">
                <a:srgbClr val="6DF7DB"/>
              </a:gs>
            </a:gsLst>
            <a:path path="circle">
              <a:fillToRect b="50%" l="50%" r="50%" t="50%"/>
            </a:path>
            <a:tileRect/>
          </a:gradFill>
          <a:ln cap="flat" cmpd="sng" w="12600">
            <a:solidFill>
              <a:srgbClr val="00AF98"/>
            </a:solidFill>
            <a:prstDash val="solid"/>
            <a:miter lim="8000"/>
            <a:headEnd len="sm" w="sm" type="none"/>
            <a:tailEnd len="sm" w="sm" type="none"/>
          </a:ln>
        </p:spPr>
        <p:txBody>
          <a:bodyPr anchorCtr="0" anchor="t" bIns="45000" lIns="90000" spcFirstLastPara="1" rIns="90000" wrap="square" tIns="45000">
            <a:normAutofit/>
          </a:bodyPr>
          <a:lstStyle/>
          <a:p>
            <a:pPr indent="-124460" lvl="0" marL="0" marR="0" rtl="0" algn="l">
              <a:lnSpc>
                <a:spcPct val="90000"/>
              </a:lnSpc>
              <a:spcBef>
                <a:spcPts val="0"/>
              </a:spcBef>
              <a:spcAft>
                <a:spcPts val="0"/>
              </a:spcAft>
              <a:buClr>
                <a:srgbClr val="7FD13B"/>
              </a:buClr>
              <a:buSzPts val="196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Construction – Reduce the amount of waste generated at a construction site</a:t>
            </a:r>
            <a:endParaRPr b="0" i="0" sz="2800" u="none" cap="none" strike="noStrike">
              <a:latin typeface="Arial"/>
              <a:ea typeface="Arial"/>
              <a:cs typeface="Arial"/>
              <a:sym typeface="Arial"/>
            </a:endParaRPr>
          </a:p>
          <a:p>
            <a:pPr indent="-124460" lvl="0" marL="0" marR="0" rtl="0" algn="l">
              <a:lnSpc>
                <a:spcPct val="90000"/>
              </a:lnSpc>
              <a:spcBef>
                <a:spcPts val="601"/>
              </a:spcBef>
              <a:spcAft>
                <a:spcPts val="0"/>
              </a:spcAft>
              <a:buClr>
                <a:srgbClr val="7FD13B"/>
              </a:buClr>
              <a:buSzPts val="196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Design – Building design details will help to reduce construction materials, and energy/water requirements when completed</a:t>
            </a:r>
            <a:endParaRPr b="0" i="0" sz="2800" u="none" cap="none" strike="noStrike">
              <a:latin typeface="Arial"/>
              <a:ea typeface="Arial"/>
              <a:cs typeface="Arial"/>
              <a:sym typeface="Arial"/>
            </a:endParaRPr>
          </a:p>
          <a:p>
            <a:pPr indent="-124460" lvl="0" marL="0" marR="0" rtl="0" algn="l">
              <a:lnSpc>
                <a:spcPct val="90000"/>
              </a:lnSpc>
              <a:spcBef>
                <a:spcPts val="601"/>
              </a:spcBef>
              <a:spcAft>
                <a:spcPts val="0"/>
              </a:spcAft>
              <a:buClr>
                <a:srgbClr val="7FD13B"/>
              </a:buClr>
              <a:buSzPts val="196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Material Selection – Careful selection of construction materials will leave less of an environmental impact</a:t>
            </a:r>
            <a:endParaRPr b="0" i="0" sz="2800" u="none" cap="none" strike="noStrike">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9" name="Shape 369"/>
        <p:cNvGrpSpPr/>
        <p:nvPr/>
      </p:nvGrpSpPr>
      <p:grpSpPr>
        <a:xfrm>
          <a:off x="0" y="0"/>
          <a:ext cx="0" cy="0"/>
          <a:chOff x="0" y="0"/>
          <a:chExt cx="0" cy="0"/>
        </a:xfrm>
      </p:grpSpPr>
      <p:sp>
        <p:nvSpPr>
          <p:cNvPr id="370" name="Google Shape;370;p77"/>
          <p:cNvSpPr txBox="1"/>
          <p:nvPr/>
        </p:nvSpPr>
        <p:spPr>
          <a:xfrm>
            <a:off x="457200" y="274680"/>
            <a:ext cx="7467120" cy="1142640"/>
          </a:xfrm>
          <a:prstGeom prst="rect">
            <a:avLst/>
          </a:prstGeom>
          <a:solidFill>
            <a:srgbClr val="7FD13B"/>
          </a:solidFill>
          <a:ln cap="flat" cmpd="sng" w="25550">
            <a:solidFill>
              <a:srgbClr val="5D9A2B"/>
            </a:solidFill>
            <a:prstDash val="solid"/>
            <a:miter lim="8000"/>
            <a:headEnd len="sm" w="sm" type="none"/>
            <a:tailEnd len="sm" w="sm" type="none"/>
          </a:ln>
        </p:spPr>
        <p:txBody>
          <a:bodyPr anchorCtr="1" anchor="b" bIns="45000" lIns="90000" spcFirstLastPara="1" rIns="90000" wrap="square" tIns="45000">
            <a:normAutofit/>
          </a:bodyPr>
          <a:lstStyle/>
          <a:p>
            <a:pPr indent="0" lvl="0" marL="0" marR="0" rtl="0" algn="ctr">
              <a:lnSpc>
                <a:spcPct val="100000"/>
              </a:lnSpc>
              <a:spcBef>
                <a:spcPts val="0"/>
              </a:spcBef>
              <a:spcAft>
                <a:spcPts val="0"/>
              </a:spcAft>
              <a:buNone/>
            </a:pPr>
            <a:r>
              <a:rPr b="0" i="0" lang="en-US" sz="3200" u="none" cap="small" strike="noStrike">
                <a:solidFill>
                  <a:srgbClr val="FFFFFF"/>
                </a:solidFill>
                <a:latin typeface="Century Schoolbook"/>
                <a:ea typeface="Century Schoolbook"/>
                <a:cs typeface="Century Schoolbook"/>
                <a:sym typeface="Century Schoolbook"/>
              </a:rPr>
              <a:t>New Project Planning-Construction</a:t>
            </a:r>
            <a:endParaRPr b="0" i="0" sz="3200" u="none" cap="none" strike="noStrike">
              <a:latin typeface="Arial"/>
              <a:ea typeface="Arial"/>
              <a:cs typeface="Arial"/>
              <a:sym typeface="Arial"/>
            </a:endParaRPr>
          </a:p>
        </p:txBody>
      </p:sp>
      <p:sp>
        <p:nvSpPr>
          <p:cNvPr id="371" name="Google Shape;371;p77"/>
          <p:cNvSpPr txBox="1"/>
          <p:nvPr/>
        </p:nvSpPr>
        <p:spPr>
          <a:xfrm>
            <a:off x="457200" y="1600200"/>
            <a:ext cx="7467120" cy="4873320"/>
          </a:xfrm>
          <a:prstGeom prst="rect">
            <a:avLst/>
          </a:prstGeom>
          <a:gradFill>
            <a:gsLst>
              <a:gs pos="0">
                <a:srgbClr val="D7FFC6"/>
              </a:gs>
              <a:gs pos="100000">
                <a:srgbClr val="A7FF7D"/>
              </a:gs>
            </a:gsLst>
            <a:path path="circle">
              <a:fillToRect b="50%" l="50%" r="50%" t="50%"/>
            </a:path>
            <a:tileRect/>
          </a:gradFill>
          <a:ln cap="flat" cmpd="sng" w="12600">
            <a:solidFill>
              <a:srgbClr val="69D212"/>
            </a:solidFill>
            <a:prstDash val="solid"/>
            <a:miter lim="8000"/>
            <a:headEnd len="sm" w="sm" type="none"/>
            <a:tailEnd len="sm" w="sm" type="none"/>
          </a:ln>
        </p:spPr>
        <p:txBody>
          <a:bodyPr anchorCtr="0" anchor="t" bIns="45000" lIns="90000" spcFirstLastPara="1" rIns="90000" wrap="square" tIns="45000">
            <a:normAutofit/>
          </a:bodyPr>
          <a:lstStyle/>
          <a:p>
            <a:pPr indent="-124460" lvl="0" marL="0" marR="0" rtl="0" algn="l">
              <a:lnSpc>
                <a:spcPct val="100000"/>
              </a:lnSpc>
              <a:spcBef>
                <a:spcPts val="0"/>
              </a:spcBef>
              <a:spcAft>
                <a:spcPts val="0"/>
              </a:spcAft>
              <a:buClr>
                <a:srgbClr val="7FD13B"/>
              </a:buClr>
              <a:buSzPts val="196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Construction waste accounts for 10 to as much as 30% of municipal waste</a:t>
            </a:r>
            <a:endParaRPr b="0" i="0" sz="2800" u="none" cap="none" strike="noStrike">
              <a:latin typeface="Arial"/>
              <a:ea typeface="Arial"/>
              <a:cs typeface="Arial"/>
              <a:sym typeface="Arial"/>
            </a:endParaRPr>
          </a:p>
          <a:p>
            <a:pPr indent="-124460" lvl="0" marL="0" marR="0" rtl="0" algn="l">
              <a:lnSpc>
                <a:spcPct val="100000"/>
              </a:lnSpc>
              <a:spcBef>
                <a:spcPts val="601"/>
              </a:spcBef>
              <a:spcAft>
                <a:spcPts val="0"/>
              </a:spcAft>
              <a:buClr>
                <a:srgbClr val="7FD13B"/>
              </a:buClr>
              <a:buSzPts val="196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Goal: </a:t>
            </a:r>
            <a:r>
              <a:rPr b="0" i="0" lang="en-US" sz="2800" u="none" cap="none" strike="noStrike">
                <a:solidFill>
                  <a:srgbClr val="FF0000"/>
                </a:solidFill>
                <a:latin typeface="Century Schoolbook"/>
                <a:ea typeface="Century Schoolbook"/>
                <a:cs typeface="Century Schoolbook"/>
                <a:sym typeface="Century Schoolbook"/>
              </a:rPr>
              <a:t>Reduce / Reuse / Recycle</a:t>
            </a:r>
            <a:endParaRPr b="0" i="0" sz="2800" u="none" cap="none" strike="noStrike">
              <a:latin typeface="Arial"/>
              <a:ea typeface="Arial"/>
              <a:cs typeface="Arial"/>
              <a:sym typeface="Arial"/>
            </a:endParaRPr>
          </a:p>
          <a:p>
            <a:pPr indent="-142240" lvl="1" marL="0" marR="0" rtl="0" algn="l">
              <a:lnSpc>
                <a:spcPct val="100000"/>
              </a:lnSpc>
              <a:spcBef>
                <a:spcPts val="561"/>
              </a:spcBef>
              <a:spcAft>
                <a:spcPts val="0"/>
              </a:spcAft>
              <a:buClr>
                <a:srgbClr val="7FD13B"/>
              </a:buClr>
              <a:buSzPts val="224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Building design based on standard sizes of materials</a:t>
            </a:r>
            <a:endParaRPr b="0" i="0" sz="2800" u="none" cap="none" strike="noStrike">
              <a:latin typeface="Arial"/>
              <a:ea typeface="Arial"/>
              <a:cs typeface="Arial"/>
              <a:sym typeface="Arial"/>
            </a:endParaRPr>
          </a:p>
          <a:p>
            <a:pPr indent="-142240" lvl="1" marL="0" marR="0" rtl="0" algn="l">
              <a:lnSpc>
                <a:spcPct val="100000"/>
              </a:lnSpc>
              <a:spcBef>
                <a:spcPts val="561"/>
              </a:spcBef>
              <a:spcAft>
                <a:spcPts val="0"/>
              </a:spcAft>
              <a:buClr>
                <a:srgbClr val="7FD13B"/>
              </a:buClr>
              <a:buSzPts val="224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Buy higher quality to reduce rejects</a:t>
            </a:r>
            <a:endParaRPr b="0" i="0" sz="2800" u="none" cap="none" strike="noStrike">
              <a:latin typeface="Arial"/>
              <a:ea typeface="Arial"/>
              <a:cs typeface="Arial"/>
              <a:sym typeface="Arial"/>
            </a:endParaRPr>
          </a:p>
          <a:p>
            <a:pPr indent="-142240" lvl="1" marL="0" marR="0" rtl="0" algn="l">
              <a:lnSpc>
                <a:spcPct val="100000"/>
              </a:lnSpc>
              <a:spcBef>
                <a:spcPts val="561"/>
              </a:spcBef>
              <a:spcAft>
                <a:spcPts val="0"/>
              </a:spcAft>
              <a:buClr>
                <a:srgbClr val="7FD13B"/>
              </a:buClr>
              <a:buSzPts val="224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Recycle (use scraps)</a:t>
            </a:r>
            <a:endParaRPr b="0" i="0" sz="2800" u="none" cap="none" strike="noStrike">
              <a:latin typeface="Arial"/>
              <a:ea typeface="Arial"/>
              <a:cs typeface="Arial"/>
              <a:sym typeface="Arial"/>
            </a:endParaRPr>
          </a:p>
          <a:p>
            <a:pPr indent="-142240" lvl="1" marL="0" marR="0" rtl="0" algn="l">
              <a:lnSpc>
                <a:spcPct val="100000"/>
              </a:lnSpc>
              <a:spcBef>
                <a:spcPts val="561"/>
              </a:spcBef>
              <a:spcAft>
                <a:spcPts val="0"/>
              </a:spcAft>
              <a:buClr>
                <a:srgbClr val="7FD13B"/>
              </a:buClr>
              <a:buSzPts val="224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Renovate an existing building</a:t>
            </a:r>
            <a:endParaRPr b="0" i="0" sz="2800" u="none" cap="none" strike="noStrike">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6" name="Shape 376"/>
        <p:cNvGrpSpPr/>
        <p:nvPr/>
      </p:nvGrpSpPr>
      <p:grpSpPr>
        <a:xfrm>
          <a:off x="0" y="0"/>
          <a:ext cx="0" cy="0"/>
          <a:chOff x="0" y="0"/>
          <a:chExt cx="0" cy="0"/>
        </a:xfrm>
      </p:grpSpPr>
      <p:sp>
        <p:nvSpPr>
          <p:cNvPr id="377" name="Google Shape;377;p78"/>
          <p:cNvSpPr txBox="1"/>
          <p:nvPr/>
        </p:nvSpPr>
        <p:spPr>
          <a:xfrm>
            <a:off x="457200" y="274680"/>
            <a:ext cx="8229240" cy="791640"/>
          </a:xfrm>
          <a:prstGeom prst="rect">
            <a:avLst/>
          </a:prstGeom>
          <a:gradFill>
            <a:gsLst>
              <a:gs pos="0">
                <a:srgbClr val="D3D3D3"/>
              </a:gs>
              <a:gs pos="100000">
                <a:srgbClr val="979797"/>
              </a:gs>
            </a:gsLst>
            <a:path path="circle">
              <a:fillToRect b="50%" l="50%" r="50%" t="50%"/>
            </a:path>
            <a:tileRect/>
          </a:gradFill>
          <a:ln cap="flat" cmpd="sng" w="12600">
            <a:solidFill>
              <a:srgbClr val="000000"/>
            </a:solidFill>
            <a:prstDash val="solid"/>
            <a:miter lim="8000"/>
            <a:headEnd len="sm" w="sm" type="none"/>
            <a:tailEnd len="sm" w="sm" type="none"/>
          </a:ln>
        </p:spPr>
        <p:txBody>
          <a:bodyPr anchorCtr="1" anchor="b" bIns="45000" lIns="90000" spcFirstLastPara="1" rIns="90000" wrap="square" tIns="45000">
            <a:normAutofit/>
          </a:bodyPr>
          <a:lstStyle/>
          <a:p>
            <a:pPr indent="0" lvl="0" marL="0" marR="0" rtl="0" algn="ctr">
              <a:lnSpc>
                <a:spcPct val="100000"/>
              </a:lnSpc>
              <a:spcBef>
                <a:spcPts val="0"/>
              </a:spcBef>
              <a:spcAft>
                <a:spcPts val="0"/>
              </a:spcAft>
              <a:buNone/>
            </a:pPr>
            <a:r>
              <a:rPr b="0" i="0" lang="en-US" sz="2800" u="none" cap="small" strike="noStrike">
                <a:solidFill>
                  <a:srgbClr val="000000"/>
                </a:solidFill>
                <a:latin typeface="Century Schoolbook"/>
                <a:ea typeface="Century Schoolbook"/>
                <a:cs typeface="Century Schoolbook"/>
                <a:sym typeface="Century Schoolbook"/>
              </a:rPr>
              <a:t>New Project Planning- Building Design</a:t>
            </a:r>
            <a:endParaRPr b="0" i="0" sz="2800" u="none" cap="none" strike="noStrike">
              <a:latin typeface="Arial"/>
              <a:ea typeface="Arial"/>
              <a:cs typeface="Arial"/>
              <a:sym typeface="Arial"/>
            </a:endParaRPr>
          </a:p>
        </p:txBody>
      </p:sp>
      <p:sp>
        <p:nvSpPr>
          <p:cNvPr id="378" name="Google Shape;378;p78"/>
          <p:cNvSpPr txBox="1"/>
          <p:nvPr/>
        </p:nvSpPr>
        <p:spPr>
          <a:xfrm>
            <a:off x="457200" y="1295280"/>
            <a:ext cx="8305560" cy="5178240"/>
          </a:xfrm>
          <a:prstGeom prst="rect">
            <a:avLst/>
          </a:prstGeom>
          <a:gradFill>
            <a:gsLst>
              <a:gs pos="0">
                <a:srgbClr val="D7FFC6"/>
              </a:gs>
              <a:gs pos="100000">
                <a:srgbClr val="A7FF7D"/>
              </a:gs>
            </a:gsLst>
            <a:path path="circle">
              <a:fillToRect b="50%" l="50%" r="50%" t="50%"/>
            </a:path>
            <a:tileRect/>
          </a:gradFill>
          <a:ln cap="flat" cmpd="sng" w="12600">
            <a:solidFill>
              <a:srgbClr val="69D212"/>
            </a:solidFill>
            <a:prstDash val="solid"/>
            <a:miter lim="8000"/>
            <a:headEnd len="sm" w="sm" type="none"/>
            <a:tailEnd len="sm" w="sm" type="none"/>
          </a:ln>
        </p:spPr>
        <p:txBody>
          <a:bodyPr anchorCtr="0" anchor="t" bIns="45000" lIns="90000" spcFirstLastPara="1" rIns="90000" wrap="square" tIns="45000">
            <a:normAutofit/>
          </a:bodyPr>
          <a:lstStyle/>
          <a:p>
            <a:pPr indent="-273960" lvl="0" marL="274320" marR="0" rtl="0" algn="l">
              <a:lnSpc>
                <a:spcPct val="90000"/>
              </a:lnSpc>
              <a:spcBef>
                <a:spcPts val="0"/>
              </a:spcBef>
              <a:spcAft>
                <a:spcPts val="0"/>
              </a:spcAft>
              <a:buNone/>
            </a:pPr>
            <a:r>
              <a:rPr b="0" i="0" lang="en-US" sz="3000" u="none" cap="none" strike="noStrike">
                <a:solidFill>
                  <a:srgbClr val="000000"/>
                </a:solidFill>
                <a:latin typeface="Century Schoolbook"/>
                <a:ea typeface="Century Schoolbook"/>
                <a:cs typeface="Century Schoolbook"/>
                <a:sym typeface="Century Schoolbook"/>
              </a:rPr>
              <a:t>Goal: </a:t>
            </a:r>
            <a:r>
              <a:rPr b="0" i="0" lang="en-US" sz="3000" u="none" cap="none" strike="noStrike">
                <a:solidFill>
                  <a:srgbClr val="FF0000"/>
                </a:solidFill>
                <a:latin typeface="Century Schoolbook"/>
                <a:ea typeface="Century Schoolbook"/>
                <a:cs typeface="Century Schoolbook"/>
                <a:sym typeface="Century Schoolbook"/>
              </a:rPr>
              <a:t>To design the building so that it requires less energy/water and is healthier for inhabitants when it is complete and in use.</a:t>
            </a:r>
            <a:endParaRPr b="0" i="0" sz="3000" u="none" cap="none" strike="noStrike">
              <a:latin typeface="Arial"/>
              <a:ea typeface="Arial"/>
              <a:cs typeface="Arial"/>
              <a:sym typeface="Arial"/>
            </a:endParaRPr>
          </a:p>
          <a:p>
            <a:pPr indent="-137160" lvl="1" marL="0" marR="0" rtl="0" algn="l">
              <a:lnSpc>
                <a:spcPct val="90000"/>
              </a:lnSpc>
              <a:spcBef>
                <a:spcPts val="541"/>
              </a:spcBef>
              <a:spcAft>
                <a:spcPts val="0"/>
              </a:spcAft>
              <a:buClr>
                <a:srgbClr val="7FD13B"/>
              </a:buClr>
              <a:buSzPts val="2160"/>
              <a:buFont typeface="Noto Sans Symbols"/>
              <a:buChar char="⚫"/>
            </a:pPr>
            <a:r>
              <a:rPr b="0" i="0" lang="en-US" sz="2700" u="none" cap="none" strike="noStrike">
                <a:solidFill>
                  <a:srgbClr val="000000"/>
                </a:solidFill>
                <a:latin typeface="Century Schoolbook"/>
                <a:ea typeface="Century Schoolbook"/>
                <a:cs typeface="Century Schoolbook"/>
                <a:sym typeface="Century Schoolbook"/>
              </a:rPr>
              <a:t>Air ducts for an efficient and healthy air flow</a:t>
            </a:r>
            <a:endParaRPr b="0" i="0" sz="2700" u="none" cap="none" strike="noStrike">
              <a:latin typeface="Arial"/>
              <a:ea typeface="Arial"/>
              <a:cs typeface="Arial"/>
              <a:sym typeface="Arial"/>
            </a:endParaRPr>
          </a:p>
          <a:p>
            <a:pPr indent="-137160" lvl="1" marL="0" marR="0" rtl="0" algn="l">
              <a:lnSpc>
                <a:spcPct val="90000"/>
              </a:lnSpc>
              <a:spcBef>
                <a:spcPts val="541"/>
              </a:spcBef>
              <a:spcAft>
                <a:spcPts val="0"/>
              </a:spcAft>
              <a:buClr>
                <a:srgbClr val="7FD13B"/>
              </a:buClr>
              <a:buSzPts val="2160"/>
              <a:buFont typeface="Noto Sans Symbols"/>
              <a:buChar char="⚫"/>
            </a:pPr>
            <a:r>
              <a:rPr b="0" i="0" lang="en-US" sz="2700" u="none" cap="none" strike="noStrike">
                <a:solidFill>
                  <a:srgbClr val="000000"/>
                </a:solidFill>
                <a:latin typeface="Century Schoolbook"/>
                <a:ea typeface="Century Schoolbook"/>
                <a:cs typeface="Century Schoolbook"/>
                <a:sym typeface="Century Schoolbook"/>
              </a:rPr>
              <a:t>Insulation</a:t>
            </a:r>
            <a:endParaRPr b="0" i="0" sz="2700" u="none" cap="none" strike="noStrike">
              <a:latin typeface="Arial"/>
              <a:ea typeface="Arial"/>
              <a:cs typeface="Arial"/>
              <a:sym typeface="Arial"/>
            </a:endParaRPr>
          </a:p>
          <a:p>
            <a:pPr indent="-137160" lvl="1" marL="0" marR="0" rtl="0" algn="l">
              <a:lnSpc>
                <a:spcPct val="90000"/>
              </a:lnSpc>
              <a:spcBef>
                <a:spcPts val="541"/>
              </a:spcBef>
              <a:spcAft>
                <a:spcPts val="0"/>
              </a:spcAft>
              <a:buClr>
                <a:srgbClr val="7FD13B"/>
              </a:buClr>
              <a:buSzPts val="2160"/>
              <a:buFont typeface="Noto Sans Symbols"/>
              <a:buChar char="⚫"/>
            </a:pPr>
            <a:r>
              <a:rPr b="0" i="0" lang="en-US" sz="2700" u="none" cap="none" strike="noStrike">
                <a:solidFill>
                  <a:srgbClr val="000000"/>
                </a:solidFill>
                <a:latin typeface="Century Schoolbook"/>
                <a:ea typeface="Century Schoolbook"/>
                <a:cs typeface="Century Schoolbook"/>
                <a:sym typeface="Century Schoolbook"/>
              </a:rPr>
              <a:t>Windows designed for maximum daylight</a:t>
            </a:r>
            <a:endParaRPr b="0" i="0" sz="2700" u="none" cap="none" strike="noStrike">
              <a:latin typeface="Arial"/>
              <a:ea typeface="Arial"/>
              <a:cs typeface="Arial"/>
              <a:sym typeface="Arial"/>
            </a:endParaRPr>
          </a:p>
          <a:p>
            <a:pPr indent="-137160" lvl="1" marL="0" marR="0" rtl="0" algn="l">
              <a:lnSpc>
                <a:spcPct val="90000"/>
              </a:lnSpc>
              <a:spcBef>
                <a:spcPts val="541"/>
              </a:spcBef>
              <a:spcAft>
                <a:spcPts val="0"/>
              </a:spcAft>
              <a:buClr>
                <a:srgbClr val="7FD13B"/>
              </a:buClr>
              <a:buSzPts val="2160"/>
              <a:buFont typeface="Noto Sans Symbols"/>
              <a:buChar char="⚫"/>
            </a:pPr>
            <a:r>
              <a:rPr b="0" i="0" lang="en-US" sz="2700" u="none" cap="none" strike="noStrike">
                <a:solidFill>
                  <a:srgbClr val="000000"/>
                </a:solidFill>
                <a:latin typeface="Century Schoolbook"/>
                <a:ea typeface="Century Schoolbook"/>
                <a:cs typeface="Century Schoolbook"/>
                <a:sym typeface="Century Schoolbook"/>
              </a:rPr>
              <a:t>Solar Control</a:t>
            </a:r>
            <a:endParaRPr b="0" i="0" sz="2700" u="none" cap="none" strike="noStrike">
              <a:latin typeface="Arial"/>
              <a:ea typeface="Arial"/>
              <a:cs typeface="Arial"/>
              <a:sym typeface="Arial"/>
            </a:endParaRPr>
          </a:p>
          <a:p>
            <a:pPr indent="-137160" lvl="1" marL="0" marR="0" rtl="0" algn="l">
              <a:lnSpc>
                <a:spcPct val="90000"/>
              </a:lnSpc>
              <a:spcBef>
                <a:spcPts val="541"/>
              </a:spcBef>
              <a:spcAft>
                <a:spcPts val="0"/>
              </a:spcAft>
              <a:buClr>
                <a:srgbClr val="7FD13B"/>
              </a:buClr>
              <a:buSzPts val="2160"/>
              <a:buFont typeface="Noto Sans Symbols"/>
              <a:buChar char="⚫"/>
            </a:pPr>
            <a:r>
              <a:rPr b="0" i="0" lang="en-US" sz="2700" u="none" cap="none" strike="noStrike">
                <a:solidFill>
                  <a:srgbClr val="000000"/>
                </a:solidFill>
                <a:latin typeface="Century Schoolbook"/>
                <a:ea typeface="Century Schoolbook"/>
                <a:cs typeface="Century Schoolbook"/>
                <a:sym typeface="Century Schoolbook"/>
              </a:rPr>
              <a:t>Solar Cells</a:t>
            </a:r>
            <a:endParaRPr b="0" i="0" sz="2700" u="none" cap="none" strike="noStrike">
              <a:latin typeface="Arial"/>
              <a:ea typeface="Arial"/>
              <a:cs typeface="Arial"/>
              <a:sym typeface="Arial"/>
            </a:endParaRPr>
          </a:p>
          <a:p>
            <a:pPr indent="-137160" lvl="1" marL="0" marR="0" rtl="0" algn="l">
              <a:lnSpc>
                <a:spcPct val="90000"/>
              </a:lnSpc>
              <a:spcBef>
                <a:spcPts val="541"/>
              </a:spcBef>
              <a:spcAft>
                <a:spcPts val="0"/>
              </a:spcAft>
              <a:buClr>
                <a:srgbClr val="7FD13B"/>
              </a:buClr>
              <a:buSzPts val="2160"/>
              <a:buFont typeface="Noto Sans Symbols"/>
              <a:buChar char="⚫"/>
            </a:pPr>
            <a:r>
              <a:rPr b="0" i="0" lang="en-US" sz="2700" u="none" cap="none" strike="noStrike">
                <a:solidFill>
                  <a:srgbClr val="000000"/>
                </a:solidFill>
                <a:latin typeface="Century Schoolbook"/>
                <a:ea typeface="Century Schoolbook"/>
                <a:cs typeface="Century Schoolbook"/>
                <a:sym typeface="Century Schoolbook"/>
              </a:rPr>
              <a:t>Location</a:t>
            </a:r>
            <a:endParaRPr b="0" i="0" sz="2700" u="none" cap="none" strike="noStrike">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3" name="Shape 383"/>
        <p:cNvGrpSpPr/>
        <p:nvPr/>
      </p:nvGrpSpPr>
      <p:grpSpPr>
        <a:xfrm>
          <a:off x="0" y="0"/>
          <a:ext cx="0" cy="0"/>
          <a:chOff x="0" y="0"/>
          <a:chExt cx="0" cy="0"/>
        </a:xfrm>
      </p:grpSpPr>
      <p:sp>
        <p:nvSpPr>
          <p:cNvPr id="384" name="Google Shape;384;p79"/>
          <p:cNvSpPr txBox="1"/>
          <p:nvPr/>
        </p:nvSpPr>
        <p:spPr>
          <a:xfrm>
            <a:off x="457200" y="274680"/>
            <a:ext cx="8076960" cy="1142640"/>
          </a:xfrm>
          <a:prstGeom prst="rect">
            <a:avLst/>
          </a:prstGeom>
          <a:gradFill>
            <a:gsLst>
              <a:gs pos="0">
                <a:srgbClr val="63D208"/>
              </a:gs>
              <a:gs pos="100000">
                <a:srgbClr val="357400"/>
              </a:gs>
            </a:gsLst>
            <a:path path="circle">
              <a:fillToRect b="50%" l="50%" r="50%" t="50%"/>
            </a:path>
            <a:tileRect/>
          </a:gradFill>
          <a:ln cap="flat" cmpd="sng" w="12600">
            <a:solidFill>
              <a:srgbClr val="69D212"/>
            </a:solidFill>
            <a:prstDash val="solid"/>
            <a:miter lim="8000"/>
            <a:headEnd len="sm" w="sm" type="none"/>
            <a:tailEnd len="sm" w="sm" type="none"/>
          </a:ln>
        </p:spPr>
        <p:txBody>
          <a:bodyPr anchorCtr="1" anchor="b" bIns="45000" lIns="90000" spcFirstLastPara="1" rIns="90000" wrap="square" tIns="45000">
            <a:normAutofit/>
          </a:bodyPr>
          <a:lstStyle/>
          <a:p>
            <a:pPr indent="0" lvl="0" marL="0" marR="0" rtl="0" algn="ctr">
              <a:lnSpc>
                <a:spcPct val="100000"/>
              </a:lnSpc>
              <a:spcBef>
                <a:spcPts val="0"/>
              </a:spcBef>
              <a:spcAft>
                <a:spcPts val="0"/>
              </a:spcAft>
              <a:buNone/>
            </a:pPr>
            <a:r>
              <a:rPr b="0" i="0" lang="en-US" sz="3200" u="none" cap="small" strike="noStrike">
                <a:solidFill>
                  <a:srgbClr val="FFFFFF"/>
                </a:solidFill>
                <a:latin typeface="Century Schoolbook"/>
                <a:ea typeface="Century Schoolbook"/>
                <a:cs typeface="Century Schoolbook"/>
                <a:sym typeface="Century Schoolbook"/>
              </a:rPr>
              <a:t>New Project Planning-Materials</a:t>
            </a:r>
            <a:endParaRPr b="0" i="0" sz="3200" u="none" cap="none" strike="noStrike">
              <a:latin typeface="Arial"/>
              <a:ea typeface="Arial"/>
              <a:cs typeface="Arial"/>
              <a:sym typeface="Arial"/>
            </a:endParaRPr>
          </a:p>
        </p:txBody>
      </p:sp>
      <p:sp>
        <p:nvSpPr>
          <p:cNvPr id="385" name="Google Shape;385;p79"/>
          <p:cNvSpPr txBox="1"/>
          <p:nvPr/>
        </p:nvSpPr>
        <p:spPr>
          <a:xfrm>
            <a:off x="457200" y="1600200"/>
            <a:ext cx="8076960" cy="4873320"/>
          </a:xfrm>
          <a:prstGeom prst="rect">
            <a:avLst/>
          </a:prstGeom>
          <a:gradFill>
            <a:gsLst>
              <a:gs pos="0">
                <a:srgbClr val="D7FFC6"/>
              </a:gs>
              <a:gs pos="100000">
                <a:srgbClr val="A7FF7D"/>
              </a:gs>
            </a:gsLst>
            <a:path path="circle">
              <a:fillToRect b="50%" l="50%" r="50%" t="50%"/>
            </a:path>
            <a:tileRect/>
          </a:gradFill>
          <a:ln cap="flat" cmpd="sng" w="12600">
            <a:solidFill>
              <a:srgbClr val="69D212"/>
            </a:solidFill>
            <a:prstDash val="solid"/>
            <a:miter lim="8000"/>
            <a:headEnd len="sm" w="sm" type="none"/>
            <a:tailEnd len="sm" w="sm" type="none"/>
          </a:ln>
        </p:spPr>
        <p:txBody>
          <a:bodyPr anchorCtr="0" anchor="t" bIns="45000" lIns="90000" spcFirstLastPara="1" rIns="90000" wrap="square" tIns="45000">
            <a:normAutofit/>
          </a:bodyPr>
          <a:lstStyle/>
          <a:p>
            <a:pPr indent="-273960" lvl="0" marL="274320" marR="0" rtl="0" algn="l">
              <a:lnSpc>
                <a:spcPct val="100000"/>
              </a:lnSpc>
              <a:spcBef>
                <a:spcPts val="0"/>
              </a:spcBef>
              <a:spcAft>
                <a:spcPts val="0"/>
              </a:spcAft>
              <a:buNone/>
            </a:pPr>
            <a:r>
              <a:rPr b="0" i="0" lang="en-US" sz="2800" u="none" cap="none" strike="noStrike">
                <a:solidFill>
                  <a:srgbClr val="000000"/>
                </a:solidFill>
                <a:latin typeface="Century Schoolbook"/>
                <a:ea typeface="Century Schoolbook"/>
                <a:cs typeface="Century Schoolbook"/>
                <a:sym typeface="Century Schoolbook"/>
              </a:rPr>
              <a:t>Goal</a:t>
            </a:r>
            <a:r>
              <a:rPr b="0" i="0" lang="en-US" sz="2800" u="none" cap="none" strike="noStrike">
                <a:solidFill>
                  <a:srgbClr val="FF0000"/>
                </a:solidFill>
                <a:latin typeface="Century Schoolbook"/>
                <a:ea typeface="Century Schoolbook"/>
                <a:cs typeface="Century Schoolbook"/>
                <a:sym typeface="Century Schoolbook"/>
              </a:rPr>
              <a:t>: Choose materials that have low environmental costs and do not contribute to indoor air pollution</a:t>
            </a:r>
            <a:endParaRPr b="0" i="0" sz="2800" u="none" cap="none" strike="noStrike">
              <a:latin typeface="Arial"/>
              <a:ea typeface="Arial"/>
              <a:cs typeface="Arial"/>
              <a:sym typeface="Arial"/>
            </a:endParaRPr>
          </a:p>
          <a:p>
            <a:pPr indent="-142240" lvl="1" marL="0" marR="0" rtl="0" algn="l">
              <a:lnSpc>
                <a:spcPct val="100000"/>
              </a:lnSpc>
              <a:spcBef>
                <a:spcPts val="561"/>
              </a:spcBef>
              <a:spcAft>
                <a:spcPts val="0"/>
              </a:spcAft>
              <a:buClr>
                <a:srgbClr val="7FD13B"/>
              </a:buClr>
              <a:buSzPts val="224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Materials which could be recycled and reclaimed</a:t>
            </a:r>
            <a:endParaRPr b="0" i="0" sz="2800" u="none" cap="none" strike="noStrike">
              <a:latin typeface="Arial"/>
              <a:ea typeface="Arial"/>
              <a:cs typeface="Arial"/>
              <a:sym typeface="Arial"/>
            </a:endParaRPr>
          </a:p>
          <a:p>
            <a:pPr indent="-142240" lvl="1" marL="0" marR="0" rtl="0" algn="l">
              <a:lnSpc>
                <a:spcPct val="100000"/>
              </a:lnSpc>
              <a:spcBef>
                <a:spcPts val="561"/>
              </a:spcBef>
              <a:spcAft>
                <a:spcPts val="0"/>
              </a:spcAft>
              <a:buClr>
                <a:srgbClr val="7FD13B"/>
              </a:buClr>
              <a:buSzPts val="224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Doors and Windows (energy and placement)</a:t>
            </a:r>
            <a:endParaRPr b="0" i="0" sz="2800" u="none" cap="none" strike="noStrike">
              <a:latin typeface="Arial"/>
              <a:ea typeface="Arial"/>
              <a:cs typeface="Arial"/>
              <a:sym typeface="Arial"/>
            </a:endParaRPr>
          </a:p>
          <a:p>
            <a:pPr indent="-142240" lvl="1" marL="0" marR="0" rtl="0" algn="l">
              <a:lnSpc>
                <a:spcPct val="100000"/>
              </a:lnSpc>
              <a:spcBef>
                <a:spcPts val="561"/>
              </a:spcBef>
              <a:spcAft>
                <a:spcPts val="0"/>
              </a:spcAft>
              <a:buClr>
                <a:srgbClr val="7FD13B"/>
              </a:buClr>
              <a:buSzPts val="224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Floor Coverings.</a:t>
            </a:r>
            <a:endParaRPr b="0" i="0" sz="2800" u="none" cap="none" strike="noStrike">
              <a:latin typeface="Arial"/>
              <a:ea typeface="Arial"/>
              <a:cs typeface="Arial"/>
              <a:sym typeface="Arial"/>
            </a:endParaRPr>
          </a:p>
          <a:p>
            <a:pPr indent="-142240" lvl="1" marL="0" marR="0" rtl="0" algn="l">
              <a:lnSpc>
                <a:spcPct val="100000"/>
              </a:lnSpc>
              <a:spcBef>
                <a:spcPts val="561"/>
              </a:spcBef>
              <a:spcAft>
                <a:spcPts val="0"/>
              </a:spcAft>
              <a:buClr>
                <a:srgbClr val="7FD13B"/>
              </a:buClr>
              <a:buSzPts val="224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Roof Materials (Reflective and light)</a:t>
            </a:r>
            <a:endParaRPr b="0" i="0" sz="2800" u="none" cap="none" strike="noStrike">
              <a:latin typeface="Arial"/>
              <a:ea typeface="Arial"/>
              <a:cs typeface="Arial"/>
              <a:sym typeface="Arial"/>
            </a:endParaRPr>
          </a:p>
          <a:p>
            <a:pPr indent="-142240" lvl="1" marL="0" marR="0" rtl="0" algn="l">
              <a:lnSpc>
                <a:spcPct val="100000"/>
              </a:lnSpc>
              <a:spcBef>
                <a:spcPts val="561"/>
              </a:spcBef>
              <a:spcAft>
                <a:spcPts val="0"/>
              </a:spcAft>
              <a:buClr>
                <a:srgbClr val="7FD13B"/>
              </a:buClr>
              <a:buSzPts val="224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Energy Efficient Appliances</a:t>
            </a:r>
            <a:endParaRPr b="0" i="0" sz="2800" u="none" cap="none" strike="noStrike">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0" name="Shape 390"/>
        <p:cNvGrpSpPr/>
        <p:nvPr/>
      </p:nvGrpSpPr>
      <p:grpSpPr>
        <a:xfrm>
          <a:off x="0" y="0"/>
          <a:ext cx="0" cy="0"/>
          <a:chOff x="0" y="0"/>
          <a:chExt cx="0" cy="0"/>
        </a:xfrm>
      </p:grpSpPr>
      <p:sp>
        <p:nvSpPr>
          <p:cNvPr id="391" name="Google Shape;391;p80"/>
          <p:cNvSpPr txBox="1"/>
          <p:nvPr/>
        </p:nvSpPr>
        <p:spPr>
          <a:xfrm>
            <a:off x="457200" y="274680"/>
            <a:ext cx="7467120" cy="1142640"/>
          </a:xfrm>
          <a:prstGeom prst="rect">
            <a:avLst/>
          </a:prstGeom>
          <a:noFill/>
          <a:ln>
            <a:noFill/>
          </a:ln>
        </p:spPr>
        <p:txBody>
          <a:bodyPr anchorCtr="0" anchor="b" bIns="45000" lIns="90000" spcFirstLastPara="1" rIns="90000" wrap="square" tIns="4500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pic>
        <p:nvPicPr>
          <p:cNvPr id="392" name="Google Shape;392;p80"/>
          <p:cNvPicPr preferRelativeResize="0"/>
          <p:nvPr/>
        </p:nvPicPr>
        <p:blipFill rotWithShape="1">
          <a:blip r:embed="rId3">
            <a:alphaModFix/>
          </a:blip>
          <a:srcRect b="0" l="0" r="0" t="0"/>
          <a:stretch/>
        </p:blipFill>
        <p:spPr>
          <a:xfrm>
            <a:off x="914400" y="762120"/>
            <a:ext cx="7009920" cy="556236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7" name="Shape 397"/>
        <p:cNvGrpSpPr/>
        <p:nvPr/>
      </p:nvGrpSpPr>
      <p:grpSpPr>
        <a:xfrm>
          <a:off x="0" y="0"/>
          <a:ext cx="0" cy="0"/>
          <a:chOff x="0" y="0"/>
          <a:chExt cx="0" cy="0"/>
        </a:xfrm>
      </p:grpSpPr>
      <p:sp>
        <p:nvSpPr>
          <p:cNvPr id="398" name="Google Shape;398;p81"/>
          <p:cNvSpPr txBox="1"/>
          <p:nvPr/>
        </p:nvSpPr>
        <p:spPr>
          <a:xfrm>
            <a:off x="457200" y="274680"/>
            <a:ext cx="7467120" cy="1142640"/>
          </a:xfrm>
          <a:prstGeom prst="rect">
            <a:avLst/>
          </a:prstGeom>
          <a:solidFill>
            <a:srgbClr val="000000"/>
          </a:solidFill>
          <a:ln cap="flat" cmpd="sng" w="25550">
            <a:solidFill>
              <a:srgbClr val="000000"/>
            </a:solidFill>
            <a:prstDash val="solid"/>
            <a:miter lim="8000"/>
            <a:headEnd len="sm" w="sm" type="none"/>
            <a:tailEnd len="sm" w="sm" type="none"/>
          </a:ln>
        </p:spPr>
        <p:txBody>
          <a:bodyPr anchorCtr="0" anchor="b" bIns="45000" lIns="90000" spcFirstLastPara="1" rIns="90000" wrap="square" tIns="45000">
            <a:noAutofit/>
          </a:bodyPr>
          <a:lstStyle/>
          <a:p>
            <a:pPr indent="0" lvl="0" marL="0" marR="0" rtl="0" algn="l">
              <a:lnSpc>
                <a:spcPct val="100000"/>
              </a:lnSpc>
              <a:spcBef>
                <a:spcPts val="0"/>
              </a:spcBef>
              <a:spcAft>
                <a:spcPts val="0"/>
              </a:spcAft>
              <a:buNone/>
            </a:pPr>
            <a:r>
              <a:rPr b="0" i="0" lang="en-US" sz="3000" u="none" cap="small" strike="noStrike">
                <a:solidFill>
                  <a:srgbClr val="FFFFFF"/>
                </a:solidFill>
                <a:latin typeface="Century Schoolbook"/>
                <a:ea typeface="Century Schoolbook"/>
                <a:cs typeface="Century Schoolbook"/>
                <a:sym typeface="Century Schoolbook"/>
              </a:rPr>
              <a:t>Obstacles</a:t>
            </a:r>
            <a:endParaRPr b="0" i="0" sz="3000" u="none" cap="none" strike="noStrike">
              <a:latin typeface="Arial"/>
              <a:ea typeface="Arial"/>
              <a:cs typeface="Arial"/>
              <a:sym typeface="Arial"/>
            </a:endParaRPr>
          </a:p>
        </p:txBody>
      </p:sp>
      <p:sp>
        <p:nvSpPr>
          <p:cNvPr id="399" name="Google Shape;399;p81"/>
          <p:cNvSpPr txBox="1"/>
          <p:nvPr/>
        </p:nvSpPr>
        <p:spPr>
          <a:xfrm>
            <a:off x="457200" y="1600200"/>
            <a:ext cx="7467120" cy="4873320"/>
          </a:xfrm>
          <a:prstGeom prst="rect">
            <a:avLst/>
          </a:prstGeom>
          <a:gradFill>
            <a:gsLst>
              <a:gs pos="0">
                <a:srgbClr val="D7FFC6"/>
              </a:gs>
              <a:gs pos="100000">
                <a:srgbClr val="A7FF7D"/>
              </a:gs>
            </a:gsLst>
            <a:path path="circle">
              <a:fillToRect b="50%" l="50%" r="50%" t="50%"/>
            </a:path>
            <a:tileRect/>
          </a:gradFill>
          <a:ln cap="flat" cmpd="sng" w="12600">
            <a:solidFill>
              <a:srgbClr val="69D212"/>
            </a:solidFill>
            <a:prstDash val="solid"/>
            <a:miter lim="8000"/>
            <a:headEnd len="sm" w="sm" type="none"/>
            <a:tailEnd len="sm" w="sm" type="none"/>
          </a:ln>
        </p:spPr>
        <p:txBody>
          <a:bodyPr anchorCtr="0" anchor="t" bIns="45000" lIns="90000" spcFirstLastPara="1" rIns="90000" wrap="square" tIns="45000">
            <a:normAutofit/>
          </a:bodyPr>
          <a:lstStyle/>
          <a:p>
            <a:pPr indent="-124460" lvl="0" marL="0" marR="0" rtl="0" algn="l">
              <a:lnSpc>
                <a:spcPct val="90000"/>
              </a:lnSpc>
              <a:spcBef>
                <a:spcPts val="0"/>
              </a:spcBef>
              <a:spcAft>
                <a:spcPts val="0"/>
              </a:spcAft>
              <a:buClr>
                <a:srgbClr val="7FD13B"/>
              </a:buClr>
              <a:buSzPts val="196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93% of consumers worry about their home’s environmental performance.  However, only 18% are willing to pay more to reduce the impact.</a:t>
            </a:r>
            <a:endParaRPr b="0" i="0" sz="2800" u="none" cap="none" strike="noStrike">
              <a:latin typeface="Arial"/>
              <a:ea typeface="Arial"/>
              <a:cs typeface="Arial"/>
              <a:sym typeface="Arial"/>
            </a:endParaRPr>
          </a:p>
          <a:p>
            <a:pPr indent="-124460" lvl="0" marL="0" marR="0" rtl="0" algn="l">
              <a:lnSpc>
                <a:spcPct val="90000"/>
              </a:lnSpc>
              <a:spcBef>
                <a:spcPts val="601"/>
              </a:spcBef>
              <a:spcAft>
                <a:spcPts val="0"/>
              </a:spcAft>
              <a:buClr>
                <a:srgbClr val="7FD13B"/>
              </a:buClr>
              <a:buSzPts val="196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There are higher initial costs for Green Building</a:t>
            </a:r>
            <a:endParaRPr b="0" i="0" sz="2800" u="none" cap="none" strike="noStrike">
              <a:latin typeface="Arial"/>
              <a:ea typeface="Arial"/>
              <a:cs typeface="Arial"/>
              <a:sym typeface="Arial"/>
            </a:endParaRPr>
          </a:p>
          <a:p>
            <a:pPr indent="-124460" lvl="0" marL="0" marR="0" rtl="0" algn="l">
              <a:lnSpc>
                <a:spcPct val="90000"/>
              </a:lnSpc>
              <a:spcBef>
                <a:spcPts val="601"/>
              </a:spcBef>
              <a:spcAft>
                <a:spcPts val="0"/>
              </a:spcAft>
              <a:buClr>
                <a:srgbClr val="7FD13B"/>
              </a:buClr>
              <a:buSzPts val="196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Customers are concerned that they would be sacrificing comfort</a:t>
            </a:r>
            <a:endParaRPr b="0" i="0" sz="2800" u="none" cap="none" strike="noStrike">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5" name="Shape 405"/>
        <p:cNvGrpSpPr/>
        <p:nvPr/>
      </p:nvGrpSpPr>
      <p:grpSpPr>
        <a:xfrm>
          <a:off x="0" y="0"/>
          <a:ext cx="0" cy="0"/>
          <a:chOff x="0" y="0"/>
          <a:chExt cx="0" cy="0"/>
        </a:xfrm>
      </p:grpSpPr>
      <p:sp>
        <p:nvSpPr>
          <p:cNvPr id="406" name="Google Shape;406;p82"/>
          <p:cNvSpPr txBox="1"/>
          <p:nvPr/>
        </p:nvSpPr>
        <p:spPr>
          <a:xfrm>
            <a:off x="457200" y="274680"/>
            <a:ext cx="7924320" cy="1142640"/>
          </a:xfrm>
          <a:prstGeom prst="rect">
            <a:avLst/>
          </a:prstGeom>
          <a:solidFill>
            <a:srgbClr val="7FD13B"/>
          </a:solidFill>
          <a:ln cap="flat" cmpd="sng" w="25550">
            <a:solidFill>
              <a:srgbClr val="5D9A2B"/>
            </a:solidFill>
            <a:prstDash val="solid"/>
            <a:miter lim="8000"/>
            <a:headEnd len="sm" w="sm" type="none"/>
            <a:tailEnd len="sm" w="sm" type="none"/>
          </a:ln>
        </p:spPr>
        <p:txBody>
          <a:bodyPr anchorCtr="1" anchor="b" bIns="45000" lIns="90000" spcFirstLastPara="1" rIns="90000" wrap="square" tIns="45000">
            <a:normAutofit/>
          </a:bodyPr>
          <a:lstStyle/>
          <a:p>
            <a:pPr indent="0" lvl="0" marL="0" marR="0" rtl="0" algn="ctr">
              <a:lnSpc>
                <a:spcPct val="100000"/>
              </a:lnSpc>
              <a:spcBef>
                <a:spcPts val="0"/>
              </a:spcBef>
              <a:spcAft>
                <a:spcPts val="0"/>
              </a:spcAft>
              <a:buNone/>
            </a:pPr>
            <a:r>
              <a:rPr b="0" i="0" lang="en-US" sz="3600" u="none" cap="small" strike="noStrike">
                <a:solidFill>
                  <a:srgbClr val="FFFFFF"/>
                </a:solidFill>
                <a:latin typeface="Century Schoolbook"/>
                <a:ea typeface="Century Schoolbook"/>
                <a:cs typeface="Century Schoolbook"/>
                <a:sym typeface="Century Schoolbook"/>
              </a:rPr>
              <a:t>Support for Green Building</a:t>
            </a:r>
            <a:endParaRPr b="0" i="0" sz="3600" u="none" cap="none" strike="noStrike">
              <a:latin typeface="Arial"/>
              <a:ea typeface="Arial"/>
              <a:cs typeface="Arial"/>
              <a:sym typeface="Arial"/>
            </a:endParaRPr>
          </a:p>
        </p:txBody>
      </p:sp>
      <p:sp>
        <p:nvSpPr>
          <p:cNvPr id="407" name="Google Shape;407;p82"/>
          <p:cNvSpPr txBox="1"/>
          <p:nvPr/>
        </p:nvSpPr>
        <p:spPr>
          <a:xfrm>
            <a:off x="457200" y="1600200"/>
            <a:ext cx="7924320" cy="4873320"/>
          </a:xfrm>
          <a:prstGeom prst="rect">
            <a:avLst/>
          </a:prstGeom>
          <a:gradFill>
            <a:gsLst>
              <a:gs pos="0">
                <a:srgbClr val="D7FFC6"/>
              </a:gs>
              <a:gs pos="100000">
                <a:srgbClr val="A7FF7D"/>
              </a:gs>
            </a:gsLst>
            <a:path path="circle">
              <a:fillToRect b="50%" l="50%" r="50%" t="50%"/>
            </a:path>
            <a:tileRect/>
          </a:gradFill>
          <a:ln cap="flat" cmpd="sng" w="12600">
            <a:solidFill>
              <a:srgbClr val="69D212"/>
            </a:solidFill>
            <a:prstDash val="solid"/>
            <a:miter lim="8000"/>
            <a:headEnd len="sm" w="sm" type="none"/>
            <a:tailEnd len="sm" w="sm" type="none"/>
          </a:ln>
        </p:spPr>
        <p:txBody>
          <a:bodyPr anchorCtr="0" anchor="t" bIns="45000" lIns="90000" spcFirstLastPara="1" rIns="90000" wrap="square" tIns="45000">
            <a:normAutofit/>
          </a:bodyPr>
          <a:lstStyle/>
          <a:p>
            <a:pPr indent="-124460" lvl="0" marL="0" marR="0" rtl="0" algn="l">
              <a:lnSpc>
                <a:spcPct val="90000"/>
              </a:lnSpc>
              <a:spcBef>
                <a:spcPts val="0"/>
              </a:spcBef>
              <a:spcAft>
                <a:spcPts val="0"/>
              </a:spcAft>
              <a:buClr>
                <a:srgbClr val="7FD13B"/>
              </a:buClr>
              <a:buSzPts val="196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Green building constructed should confirm to the prescribed standards.</a:t>
            </a:r>
            <a:endParaRPr b="0" i="0" sz="2800" u="none" cap="none" strike="noStrike">
              <a:latin typeface="Arial"/>
              <a:ea typeface="Arial"/>
              <a:cs typeface="Arial"/>
              <a:sym typeface="Arial"/>
            </a:endParaRPr>
          </a:p>
          <a:p>
            <a:pPr indent="-124460" lvl="0" marL="0" marR="0" rtl="0" algn="l">
              <a:lnSpc>
                <a:spcPct val="90000"/>
              </a:lnSpc>
              <a:spcBef>
                <a:spcPts val="601"/>
              </a:spcBef>
              <a:spcAft>
                <a:spcPts val="0"/>
              </a:spcAft>
              <a:buClr>
                <a:srgbClr val="7FD13B"/>
              </a:buClr>
              <a:buSzPts val="196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There should be continuous assessment and monitoring from the planning up to the completion of construction , for declaring a building as a green building</a:t>
            </a:r>
            <a:endParaRPr b="0" i="0" sz="2800" u="none" cap="none" strike="noStrike">
              <a:latin typeface="Arial"/>
              <a:ea typeface="Arial"/>
              <a:cs typeface="Arial"/>
              <a:sym typeface="Arial"/>
            </a:endParaRPr>
          </a:p>
          <a:p>
            <a:pPr indent="0" lvl="0" marL="0" marR="0" rtl="0" algn="l">
              <a:lnSpc>
                <a:spcPct val="90000"/>
              </a:lnSpc>
              <a:spcBef>
                <a:spcPts val="601"/>
              </a:spcBef>
              <a:spcAft>
                <a:spcPts val="0"/>
              </a:spcAft>
              <a:buNone/>
            </a:pPr>
            <a:r>
              <a:rPr b="0" i="0" lang="en-US" sz="2800" u="none" cap="none" strike="noStrike">
                <a:solidFill>
                  <a:srgbClr val="000000"/>
                </a:solidFill>
                <a:latin typeface="Century Schoolbook"/>
                <a:ea typeface="Century Schoolbook"/>
                <a:cs typeface="Century Schoolbook"/>
                <a:sym typeface="Century Schoolbook"/>
              </a:rPr>
              <a:t> </a:t>
            </a:r>
            <a:endParaRPr b="0" i="0" sz="2800" u="none" cap="none" strike="noStrike">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2" name="Shape 412"/>
        <p:cNvGrpSpPr/>
        <p:nvPr/>
      </p:nvGrpSpPr>
      <p:grpSpPr>
        <a:xfrm>
          <a:off x="0" y="0"/>
          <a:ext cx="0" cy="0"/>
          <a:chOff x="0" y="0"/>
          <a:chExt cx="0" cy="0"/>
        </a:xfrm>
      </p:grpSpPr>
      <p:sp>
        <p:nvSpPr>
          <p:cNvPr id="413" name="Google Shape;413;p83"/>
          <p:cNvSpPr txBox="1"/>
          <p:nvPr/>
        </p:nvSpPr>
        <p:spPr>
          <a:xfrm>
            <a:off x="457200" y="274680"/>
            <a:ext cx="7467120" cy="1142640"/>
          </a:xfrm>
          <a:prstGeom prst="rect">
            <a:avLst/>
          </a:prstGeom>
          <a:solidFill>
            <a:srgbClr val="7FD13B"/>
          </a:solidFill>
          <a:ln cap="flat" cmpd="sng" w="25550">
            <a:solidFill>
              <a:srgbClr val="5D9A2B"/>
            </a:solidFill>
            <a:prstDash val="solid"/>
            <a:miter lim="8000"/>
            <a:headEnd len="sm" w="sm" type="none"/>
            <a:tailEnd len="sm" w="sm" type="none"/>
          </a:ln>
        </p:spPr>
        <p:txBody>
          <a:bodyPr anchorCtr="1" anchor="b" bIns="45000" lIns="90000" spcFirstLastPara="1" rIns="90000" wrap="square" tIns="45000">
            <a:noAutofit/>
          </a:bodyPr>
          <a:lstStyle/>
          <a:p>
            <a:pPr indent="0" lvl="0" marL="0" marR="0" rtl="0" algn="ctr">
              <a:lnSpc>
                <a:spcPct val="100000"/>
              </a:lnSpc>
              <a:spcBef>
                <a:spcPts val="0"/>
              </a:spcBef>
              <a:spcAft>
                <a:spcPts val="0"/>
              </a:spcAft>
              <a:buNone/>
            </a:pPr>
            <a:r>
              <a:rPr b="0" i="0" lang="en-US" sz="3000" u="none" cap="small" strike="noStrike">
                <a:solidFill>
                  <a:srgbClr val="FFFFFF"/>
                </a:solidFill>
                <a:latin typeface="Century Schoolbook"/>
                <a:ea typeface="Century Schoolbook"/>
                <a:cs typeface="Century Schoolbook"/>
                <a:sym typeface="Century Schoolbook"/>
              </a:rPr>
              <a:t>LEED green building rating system</a:t>
            </a:r>
            <a:br>
              <a:rPr b="0" i="0" lang="en-US" sz="1800" u="none" cap="none" strike="noStrike"/>
            </a:br>
            <a:endParaRPr b="0" i="0" sz="3000" u="none" cap="none" strike="noStrike">
              <a:latin typeface="Arial"/>
              <a:ea typeface="Arial"/>
              <a:cs typeface="Arial"/>
              <a:sym typeface="Arial"/>
            </a:endParaRPr>
          </a:p>
        </p:txBody>
      </p:sp>
      <p:sp>
        <p:nvSpPr>
          <p:cNvPr id="414" name="Google Shape;414;p83"/>
          <p:cNvSpPr txBox="1"/>
          <p:nvPr/>
        </p:nvSpPr>
        <p:spPr>
          <a:xfrm>
            <a:off x="457200" y="1600200"/>
            <a:ext cx="7467120" cy="4873320"/>
          </a:xfrm>
          <a:prstGeom prst="rect">
            <a:avLst/>
          </a:prstGeom>
          <a:gradFill>
            <a:gsLst>
              <a:gs pos="0">
                <a:srgbClr val="D7FFC6"/>
              </a:gs>
              <a:gs pos="100000">
                <a:srgbClr val="A7FF7D"/>
              </a:gs>
            </a:gsLst>
            <a:path path="circle">
              <a:fillToRect b="50%" l="50%" r="50%" t="50%"/>
            </a:path>
            <a:tileRect/>
          </a:gradFill>
          <a:ln cap="flat" cmpd="sng" w="12600">
            <a:solidFill>
              <a:srgbClr val="69D212"/>
            </a:solidFill>
            <a:prstDash val="solid"/>
            <a:miter lim="8000"/>
            <a:headEnd len="sm" w="sm" type="none"/>
            <a:tailEnd len="sm" w="sm" type="none"/>
          </a:ln>
        </p:spPr>
        <p:txBody>
          <a:bodyPr anchorCtr="0" anchor="t" bIns="45000" lIns="90000" spcFirstLastPara="1" rIns="90000" wrap="square" tIns="45000">
            <a:normAutofit/>
          </a:bodyPr>
          <a:lstStyle/>
          <a:p>
            <a:pPr indent="-124460" lvl="0" marL="0" marR="0" rtl="0" algn="l">
              <a:lnSpc>
                <a:spcPct val="90000"/>
              </a:lnSpc>
              <a:spcBef>
                <a:spcPts val="0"/>
              </a:spcBef>
              <a:spcAft>
                <a:spcPts val="0"/>
              </a:spcAft>
              <a:buClr>
                <a:srgbClr val="7FD13B"/>
              </a:buClr>
              <a:buSzPts val="196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LEED (Leadership in Energy and Environmental Design)Green Building Rating system</a:t>
            </a:r>
            <a:endParaRPr b="0" i="0" sz="2800" u="none" cap="none" strike="noStrike">
              <a:latin typeface="Arial"/>
              <a:ea typeface="Arial"/>
              <a:cs typeface="Arial"/>
              <a:sym typeface="Arial"/>
            </a:endParaRPr>
          </a:p>
          <a:p>
            <a:pPr indent="-124460" lvl="0" marL="0" marR="0" rtl="0" algn="l">
              <a:lnSpc>
                <a:spcPct val="90000"/>
              </a:lnSpc>
              <a:spcBef>
                <a:spcPts val="601"/>
              </a:spcBef>
              <a:spcAft>
                <a:spcPts val="0"/>
              </a:spcAft>
              <a:buClr>
                <a:srgbClr val="7FD13B"/>
              </a:buClr>
              <a:buSzPts val="196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In India, IGBC – Indian Green Building Council</a:t>
            </a:r>
            <a:endParaRPr b="0" i="0" sz="2800" u="none" cap="none" strike="noStrike">
              <a:latin typeface="Arial"/>
              <a:ea typeface="Arial"/>
              <a:cs typeface="Arial"/>
              <a:sym typeface="Arial"/>
            </a:endParaRPr>
          </a:p>
          <a:p>
            <a:pPr indent="-124460" lvl="0" marL="0" marR="0" rtl="0" algn="l">
              <a:lnSpc>
                <a:spcPct val="90000"/>
              </a:lnSpc>
              <a:spcBef>
                <a:spcPts val="601"/>
              </a:spcBef>
              <a:spcAft>
                <a:spcPts val="0"/>
              </a:spcAft>
              <a:buClr>
                <a:srgbClr val="7FD13B"/>
              </a:buClr>
              <a:buSzPts val="196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Points are awarded for adopting Green concepts in various categories and the buildings are certified Green at levels such as Silver, Gold or Platinum based on the total number of points they get in LEED  Rating</a:t>
            </a:r>
            <a:endParaRPr b="0" i="0" sz="2800" u="none" cap="none" strike="noStrike">
              <a:latin typeface="Arial"/>
              <a:ea typeface="Arial"/>
              <a:cs typeface="Arial"/>
              <a:sym typeface="Arial"/>
            </a:endParaRPr>
          </a:p>
          <a:p>
            <a:pPr indent="0" lvl="0" marL="0" marR="0" rtl="0" algn="l">
              <a:lnSpc>
                <a:spcPct val="90000"/>
              </a:lnSpc>
              <a:spcBef>
                <a:spcPts val="601"/>
              </a:spcBef>
              <a:spcAft>
                <a:spcPts val="0"/>
              </a:spcAft>
              <a:buNone/>
            </a:pPr>
            <a:r>
              <a:rPr b="0" i="0" lang="en-US" sz="2800" u="none" cap="none" strike="noStrike">
                <a:solidFill>
                  <a:srgbClr val="000000"/>
                </a:solidFill>
                <a:latin typeface="Century Schoolbook"/>
                <a:ea typeface="Century Schoolbook"/>
                <a:cs typeface="Century Schoolbook"/>
                <a:sym typeface="Century Schoolbook"/>
              </a:rPr>
              <a:t> </a:t>
            </a:r>
            <a:endParaRPr b="0" i="0" sz="2800" u="none" cap="none" strike="noStrike">
              <a:latin typeface="Arial"/>
              <a:ea typeface="Arial"/>
              <a:cs typeface="Arial"/>
              <a:sym typeface="Arial"/>
            </a:endParaRPr>
          </a:p>
          <a:p>
            <a:pPr indent="0" lvl="0" marL="0" marR="0" rtl="0" algn="l">
              <a:lnSpc>
                <a:spcPct val="90000"/>
              </a:lnSpc>
              <a:spcBef>
                <a:spcPts val="601"/>
              </a:spcBef>
              <a:spcAft>
                <a:spcPts val="0"/>
              </a:spcAft>
              <a:buNone/>
            </a:pPr>
            <a:r>
              <a:rPr b="0" i="0" lang="en-US" sz="2400" u="none" cap="none" strike="noStrike">
                <a:solidFill>
                  <a:srgbClr val="000000"/>
                </a:solidFill>
                <a:latin typeface="Century Schoolbook"/>
                <a:ea typeface="Century Schoolbook"/>
                <a:cs typeface="Century Schoolbook"/>
                <a:sym typeface="Century Schoolbook"/>
              </a:rPr>
              <a:t> </a:t>
            </a:r>
            <a:endParaRPr b="0" i="0" sz="2400" u="none" cap="none" strike="noStrike">
              <a:latin typeface="Arial"/>
              <a:ea typeface="Arial"/>
              <a:cs typeface="Arial"/>
              <a:sym typeface="Arial"/>
            </a:endParaRPr>
          </a:p>
          <a:p>
            <a:pPr indent="0" lvl="0" marL="0" marR="0" rtl="0" algn="l">
              <a:lnSpc>
                <a:spcPct val="90000"/>
              </a:lnSpc>
              <a:spcBef>
                <a:spcPts val="601"/>
              </a:spcBef>
              <a:spcAft>
                <a:spcPts val="0"/>
              </a:spcAft>
              <a:buNone/>
            </a:pPr>
            <a:r>
              <a:rPr b="0" i="0" lang="en-US" sz="2400" u="none" cap="none" strike="noStrike">
                <a:solidFill>
                  <a:srgbClr val="000000"/>
                </a:solidFill>
                <a:latin typeface="Century Schoolbook"/>
                <a:ea typeface="Century Schoolbook"/>
                <a:cs typeface="Century Schoolbook"/>
                <a:sym typeface="Century Schoolbook"/>
              </a:rPr>
              <a:t> </a:t>
            </a:r>
            <a:endParaRPr b="0" i="0" sz="2400" u="none" cap="none" strike="noStrike">
              <a:latin typeface="Arial"/>
              <a:ea typeface="Arial"/>
              <a:cs typeface="Arial"/>
              <a:sym typeface="Arial"/>
            </a:endParaRPr>
          </a:p>
          <a:p>
            <a:pPr indent="0" lvl="0" marL="0" marR="0" rtl="0" algn="l">
              <a:lnSpc>
                <a:spcPct val="90000"/>
              </a:lnSpc>
              <a:spcBef>
                <a:spcPts val="601"/>
              </a:spcBef>
              <a:spcAft>
                <a:spcPts val="0"/>
              </a:spcAft>
              <a:buNone/>
            </a:pPr>
            <a:r>
              <a:rPr b="0" i="0" lang="en-US" sz="2400" u="none" cap="none" strike="noStrike">
                <a:solidFill>
                  <a:srgbClr val="000000"/>
                </a:solidFill>
                <a:latin typeface="Century Schoolbook"/>
                <a:ea typeface="Century Schoolbook"/>
                <a:cs typeface="Century Schoolbook"/>
                <a:sym typeface="Century Schoolbook"/>
              </a:rPr>
              <a:t> </a:t>
            </a:r>
            <a:endParaRPr b="0" i="0" sz="2400" u="none" cap="none" strike="noStrike">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8" name="Shape 418"/>
        <p:cNvGrpSpPr/>
        <p:nvPr/>
      </p:nvGrpSpPr>
      <p:grpSpPr>
        <a:xfrm>
          <a:off x="0" y="0"/>
          <a:ext cx="0" cy="0"/>
          <a:chOff x="0" y="0"/>
          <a:chExt cx="0" cy="0"/>
        </a:xfrm>
      </p:grpSpPr>
      <p:pic>
        <p:nvPicPr>
          <p:cNvPr id="419" name="Google Shape;419;p84"/>
          <p:cNvPicPr preferRelativeResize="0"/>
          <p:nvPr/>
        </p:nvPicPr>
        <p:blipFill rotWithShape="1">
          <a:blip r:embed="rId3">
            <a:alphaModFix/>
          </a:blip>
          <a:srcRect b="0" l="0" r="0" t="0"/>
          <a:stretch/>
        </p:blipFill>
        <p:spPr>
          <a:xfrm>
            <a:off x="0" y="886320"/>
            <a:ext cx="9144000" cy="5085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3" name="Shape 423"/>
        <p:cNvGrpSpPr/>
        <p:nvPr/>
      </p:nvGrpSpPr>
      <p:grpSpPr>
        <a:xfrm>
          <a:off x="0" y="0"/>
          <a:ext cx="0" cy="0"/>
          <a:chOff x="0" y="0"/>
          <a:chExt cx="0" cy="0"/>
        </a:xfrm>
      </p:grpSpPr>
      <p:pic>
        <p:nvPicPr>
          <p:cNvPr id="424" name="Google Shape;424;p85"/>
          <p:cNvPicPr preferRelativeResize="0"/>
          <p:nvPr/>
        </p:nvPicPr>
        <p:blipFill rotWithShape="1">
          <a:blip r:embed="rId3">
            <a:alphaModFix/>
          </a:blip>
          <a:srcRect b="0" l="0" r="0" t="0"/>
          <a:stretch/>
        </p:blipFill>
        <p:spPr>
          <a:xfrm>
            <a:off x="0" y="924840"/>
            <a:ext cx="9144000" cy="500832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429" name="Shape 429"/>
        <p:cNvGrpSpPr/>
        <p:nvPr/>
      </p:nvGrpSpPr>
      <p:grpSpPr>
        <a:xfrm>
          <a:off x="0" y="0"/>
          <a:ext cx="0" cy="0"/>
          <a:chOff x="0" y="0"/>
          <a:chExt cx="0" cy="0"/>
        </a:xfrm>
      </p:grpSpPr>
      <p:sp>
        <p:nvSpPr>
          <p:cNvPr id="430" name="Google Shape;430;p86"/>
          <p:cNvSpPr txBox="1"/>
          <p:nvPr/>
        </p:nvSpPr>
        <p:spPr>
          <a:xfrm>
            <a:off x="457200" y="274680"/>
            <a:ext cx="7467120" cy="1142640"/>
          </a:xfrm>
          <a:prstGeom prst="rect">
            <a:avLst/>
          </a:prstGeom>
          <a:noFill/>
          <a:ln>
            <a:noFill/>
          </a:ln>
        </p:spPr>
        <p:txBody>
          <a:bodyPr anchorCtr="0" anchor="b" bIns="45000" lIns="90000" spcFirstLastPara="1" rIns="90000" wrap="square" tIns="45000">
            <a:noAutofit/>
          </a:bodyPr>
          <a:lstStyle/>
          <a:p>
            <a:pPr indent="0" lvl="0" marL="0" marR="0" rtl="0" algn="l">
              <a:lnSpc>
                <a:spcPct val="100000"/>
              </a:lnSpc>
              <a:spcBef>
                <a:spcPts val="0"/>
              </a:spcBef>
              <a:spcAft>
                <a:spcPts val="0"/>
              </a:spcAft>
              <a:buNone/>
            </a:pPr>
            <a:r>
              <a:rPr b="0" i="0" lang="en-US" sz="3000" u="none" cap="small" strike="noStrike">
                <a:solidFill>
                  <a:srgbClr val="4E5B6F"/>
                </a:solidFill>
                <a:latin typeface="Century Schoolbook"/>
                <a:ea typeface="Century Schoolbook"/>
                <a:cs typeface="Century Schoolbook"/>
                <a:sym typeface="Century Schoolbook"/>
              </a:rPr>
              <a:t>Green Building Standards</a:t>
            </a:r>
            <a:endParaRPr b="0" i="0" sz="3000" u="none" cap="none" strike="noStrike">
              <a:latin typeface="Arial"/>
              <a:ea typeface="Arial"/>
              <a:cs typeface="Arial"/>
              <a:sym typeface="Arial"/>
            </a:endParaRPr>
          </a:p>
        </p:txBody>
      </p:sp>
      <p:sp>
        <p:nvSpPr>
          <p:cNvPr id="431" name="Google Shape;431;p86"/>
          <p:cNvSpPr txBox="1"/>
          <p:nvPr/>
        </p:nvSpPr>
        <p:spPr>
          <a:xfrm>
            <a:off x="457200" y="1600200"/>
            <a:ext cx="7467120" cy="4873320"/>
          </a:xfrm>
          <a:prstGeom prst="rect">
            <a:avLst/>
          </a:prstGeom>
          <a:noFill/>
          <a:ln>
            <a:noFill/>
          </a:ln>
        </p:spPr>
        <p:txBody>
          <a:bodyPr anchorCtr="0" anchor="t" bIns="45000" lIns="90000" spcFirstLastPara="1" rIns="90000" wrap="square" tIns="45000">
            <a:normAutofit/>
          </a:bodyPr>
          <a:lstStyle/>
          <a:p>
            <a:pPr indent="-106680" lvl="0" marL="0" marR="0" rtl="0" algn="l">
              <a:lnSpc>
                <a:spcPct val="100000"/>
              </a:lnSpc>
              <a:spcBef>
                <a:spcPts val="0"/>
              </a:spcBef>
              <a:spcAft>
                <a:spcPts val="0"/>
              </a:spcAft>
              <a:buClr>
                <a:srgbClr val="7FD13B"/>
              </a:buClr>
              <a:buSzPts val="1680"/>
              <a:buFont typeface="Noto Sans Symbols"/>
              <a:buChar char="🞆"/>
            </a:pPr>
            <a:r>
              <a:rPr b="1" i="0" lang="en-US" sz="2400" u="none" cap="none" strike="noStrike">
                <a:solidFill>
                  <a:srgbClr val="000000"/>
                </a:solidFill>
                <a:latin typeface="Century Schoolbook"/>
                <a:ea typeface="Century Schoolbook"/>
                <a:cs typeface="Century Schoolbook"/>
                <a:sym typeface="Century Schoolbook"/>
              </a:rPr>
              <a:t>LEED</a:t>
            </a:r>
            <a:r>
              <a:rPr b="0" i="0" lang="en-US" sz="2400" u="none" cap="none" strike="noStrike">
                <a:solidFill>
                  <a:srgbClr val="000000"/>
                </a:solidFill>
                <a:latin typeface="Century Schoolbook"/>
                <a:ea typeface="Century Schoolbook"/>
                <a:cs typeface="Century Schoolbook"/>
                <a:sym typeface="Century Schoolbook"/>
              </a:rPr>
              <a:t> – </a:t>
            </a:r>
            <a:r>
              <a:rPr b="1" i="0" lang="en-US" sz="2400" u="none" cap="none" strike="noStrike">
                <a:solidFill>
                  <a:srgbClr val="000000"/>
                </a:solidFill>
                <a:latin typeface="Century Schoolbook"/>
                <a:ea typeface="Century Schoolbook"/>
                <a:cs typeface="Century Schoolbook"/>
                <a:sym typeface="Century Schoolbook"/>
              </a:rPr>
              <a:t>Leadership in Energy and Environmental Design</a:t>
            </a:r>
            <a:endParaRPr b="0" i="0" sz="2400" u="none" cap="none" strike="noStrike">
              <a:latin typeface="Arial"/>
              <a:ea typeface="Arial"/>
              <a:cs typeface="Arial"/>
              <a:sym typeface="Arial"/>
            </a:endParaRPr>
          </a:p>
          <a:p>
            <a:pPr indent="-106680" lvl="1" marL="0" marR="0" rtl="0" algn="l">
              <a:lnSpc>
                <a:spcPct val="100000"/>
              </a:lnSpc>
              <a:spcBef>
                <a:spcPts val="420"/>
              </a:spcBef>
              <a:spcAft>
                <a:spcPts val="0"/>
              </a:spcAft>
              <a:buClr>
                <a:srgbClr val="7FD13B"/>
              </a:buClr>
              <a:buSzPts val="1680"/>
              <a:buFont typeface="Noto Sans Symbols"/>
              <a:buChar char="⚫"/>
            </a:pPr>
            <a:r>
              <a:rPr b="0" i="0" lang="en-US" sz="2100" u="none" cap="none" strike="noStrike">
                <a:solidFill>
                  <a:srgbClr val="000000"/>
                </a:solidFill>
                <a:latin typeface="Century Schoolbook"/>
                <a:ea typeface="Century Schoolbook"/>
                <a:cs typeface="Century Schoolbook"/>
                <a:sym typeface="Century Schoolbook"/>
              </a:rPr>
              <a:t>Administered by the U. S. Green Building Council</a:t>
            </a:r>
            <a:endParaRPr b="0" i="0" sz="2100" u="none" cap="none" strike="noStrike">
              <a:latin typeface="Arial"/>
              <a:ea typeface="Arial"/>
              <a:cs typeface="Arial"/>
              <a:sym typeface="Arial"/>
            </a:endParaRPr>
          </a:p>
          <a:p>
            <a:pPr indent="-106680" lvl="1" marL="0" marR="0" rtl="0" algn="l">
              <a:lnSpc>
                <a:spcPct val="100000"/>
              </a:lnSpc>
              <a:spcBef>
                <a:spcPts val="420"/>
              </a:spcBef>
              <a:spcAft>
                <a:spcPts val="0"/>
              </a:spcAft>
              <a:buClr>
                <a:srgbClr val="7FD13B"/>
              </a:buClr>
              <a:buSzPts val="1680"/>
              <a:buFont typeface="Noto Sans Symbols"/>
              <a:buChar char="⚫"/>
            </a:pPr>
            <a:r>
              <a:rPr b="0" i="0" lang="en-US" sz="2100" u="none" cap="none" strike="noStrike">
                <a:solidFill>
                  <a:srgbClr val="000000"/>
                </a:solidFill>
                <a:latin typeface="Century Schoolbook"/>
                <a:ea typeface="Century Schoolbook"/>
                <a:cs typeface="Century Schoolbook"/>
                <a:sym typeface="Century Schoolbook"/>
              </a:rPr>
              <a:t>Voluntary, consensus-based system</a:t>
            </a:r>
            <a:endParaRPr b="0" i="0" sz="2100" u="none" cap="none" strike="noStrike">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436" name="Shape 436"/>
        <p:cNvGrpSpPr/>
        <p:nvPr/>
      </p:nvGrpSpPr>
      <p:grpSpPr>
        <a:xfrm>
          <a:off x="0" y="0"/>
          <a:ext cx="0" cy="0"/>
          <a:chOff x="0" y="0"/>
          <a:chExt cx="0" cy="0"/>
        </a:xfrm>
      </p:grpSpPr>
      <p:sp>
        <p:nvSpPr>
          <p:cNvPr id="437" name="Google Shape;437;p87"/>
          <p:cNvSpPr txBox="1"/>
          <p:nvPr/>
        </p:nvSpPr>
        <p:spPr>
          <a:xfrm>
            <a:off x="457200" y="274680"/>
            <a:ext cx="7467120" cy="1142640"/>
          </a:xfrm>
          <a:prstGeom prst="rect">
            <a:avLst/>
          </a:prstGeom>
          <a:noFill/>
          <a:ln>
            <a:noFill/>
          </a:ln>
        </p:spPr>
        <p:txBody>
          <a:bodyPr anchorCtr="0" anchor="b" bIns="45000" lIns="90000" spcFirstLastPara="1" rIns="90000" wrap="square" tIns="45000">
            <a:noAutofit/>
          </a:bodyPr>
          <a:lstStyle/>
          <a:p>
            <a:pPr indent="0" lvl="0" marL="0" marR="0" rtl="0" algn="l">
              <a:lnSpc>
                <a:spcPct val="100000"/>
              </a:lnSpc>
              <a:spcBef>
                <a:spcPts val="0"/>
              </a:spcBef>
              <a:spcAft>
                <a:spcPts val="0"/>
              </a:spcAft>
              <a:buNone/>
            </a:pPr>
            <a:r>
              <a:rPr b="0" i="0" lang="en-US" sz="3000" u="none" cap="small" strike="noStrike">
                <a:solidFill>
                  <a:srgbClr val="4E5B6F"/>
                </a:solidFill>
                <a:latin typeface="Century Schoolbook"/>
                <a:ea typeface="Century Schoolbook"/>
                <a:cs typeface="Century Schoolbook"/>
                <a:sym typeface="Century Schoolbook"/>
              </a:rPr>
              <a:t>LEED Basics – Why LEED?</a:t>
            </a:r>
            <a:endParaRPr b="0" i="0" sz="3000" u="none" cap="none" strike="noStrike">
              <a:latin typeface="Arial"/>
              <a:ea typeface="Arial"/>
              <a:cs typeface="Arial"/>
              <a:sym typeface="Arial"/>
            </a:endParaRPr>
          </a:p>
        </p:txBody>
      </p:sp>
      <p:sp>
        <p:nvSpPr>
          <p:cNvPr id="438" name="Google Shape;438;p87"/>
          <p:cNvSpPr txBox="1"/>
          <p:nvPr/>
        </p:nvSpPr>
        <p:spPr>
          <a:xfrm>
            <a:off x="457200" y="1600200"/>
            <a:ext cx="7467120" cy="4873320"/>
          </a:xfrm>
          <a:prstGeom prst="rect">
            <a:avLst/>
          </a:prstGeom>
          <a:noFill/>
          <a:ln>
            <a:noFill/>
          </a:ln>
        </p:spPr>
        <p:txBody>
          <a:bodyPr anchorCtr="0" anchor="t" bIns="45000" lIns="90000" spcFirstLastPara="1" rIns="90000" wrap="square" tIns="45000">
            <a:normAutofit/>
          </a:bodyPr>
          <a:lstStyle/>
          <a:p>
            <a:pPr indent="-124460" lvl="0" marL="0" marR="0" rtl="0" algn="l">
              <a:lnSpc>
                <a:spcPct val="80000"/>
              </a:lnSpc>
              <a:spcBef>
                <a:spcPts val="0"/>
              </a:spcBef>
              <a:spcAft>
                <a:spcPts val="0"/>
              </a:spcAft>
              <a:buClr>
                <a:srgbClr val="7FD13B"/>
              </a:buClr>
              <a:buSzPts val="196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The “built environment” accounts </a:t>
            </a:r>
            <a:br>
              <a:rPr b="0" i="0" lang="en-US" sz="1800" u="none" cap="none" strike="noStrike"/>
            </a:br>
            <a:r>
              <a:rPr b="0" i="0" lang="en-US" sz="2800" u="none" cap="none" strike="noStrike">
                <a:solidFill>
                  <a:srgbClr val="000000"/>
                </a:solidFill>
                <a:latin typeface="Century Schoolbook"/>
                <a:ea typeface="Century Schoolbook"/>
                <a:cs typeface="Century Schoolbook"/>
                <a:sym typeface="Century Schoolbook"/>
              </a:rPr>
              <a:t>for approximately:</a:t>
            </a:r>
            <a:endParaRPr b="0" i="0" sz="2800" u="none" cap="none" strike="noStrike">
              <a:latin typeface="Arial"/>
              <a:ea typeface="Arial"/>
              <a:cs typeface="Arial"/>
              <a:sym typeface="Arial"/>
            </a:endParaRPr>
          </a:p>
          <a:p>
            <a:pPr indent="-121920" lvl="1" marL="0" marR="0" rtl="0" algn="l">
              <a:lnSpc>
                <a:spcPct val="80000"/>
              </a:lnSpc>
              <a:spcBef>
                <a:spcPts val="479"/>
              </a:spcBef>
              <a:spcAft>
                <a:spcPts val="0"/>
              </a:spcAft>
              <a:buClr>
                <a:srgbClr val="7FD13B"/>
              </a:buClr>
              <a:buSzPts val="192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40% of global consumption of raw materials</a:t>
            </a:r>
            <a:endParaRPr b="0" i="0" sz="2400" u="none" cap="none" strike="noStrike">
              <a:latin typeface="Arial"/>
              <a:ea typeface="Arial"/>
              <a:cs typeface="Arial"/>
              <a:sym typeface="Arial"/>
            </a:endParaRPr>
          </a:p>
          <a:p>
            <a:pPr indent="-121920" lvl="1" marL="0" marR="0" rtl="0" algn="l">
              <a:lnSpc>
                <a:spcPct val="80000"/>
              </a:lnSpc>
              <a:spcBef>
                <a:spcPts val="479"/>
              </a:spcBef>
              <a:spcAft>
                <a:spcPts val="0"/>
              </a:spcAft>
              <a:buClr>
                <a:srgbClr val="7FD13B"/>
              </a:buClr>
              <a:buSzPts val="192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37% of primary U. S. energy consumption (operations)</a:t>
            </a:r>
            <a:endParaRPr b="0" i="0" sz="2400" u="none" cap="none" strike="noStrike">
              <a:latin typeface="Arial"/>
              <a:ea typeface="Arial"/>
              <a:cs typeface="Arial"/>
              <a:sym typeface="Arial"/>
            </a:endParaRPr>
          </a:p>
          <a:p>
            <a:pPr indent="-121920" lvl="1" marL="0" marR="0" rtl="0" algn="l">
              <a:lnSpc>
                <a:spcPct val="80000"/>
              </a:lnSpc>
              <a:spcBef>
                <a:spcPts val="479"/>
              </a:spcBef>
              <a:spcAft>
                <a:spcPts val="0"/>
              </a:spcAft>
              <a:buClr>
                <a:srgbClr val="7FD13B"/>
              </a:buClr>
              <a:buSzPts val="192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68% of U. S. electricity consumption</a:t>
            </a:r>
            <a:endParaRPr b="0" i="0" sz="2400" u="none" cap="none" strike="noStrike">
              <a:latin typeface="Arial"/>
              <a:ea typeface="Arial"/>
              <a:cs typeface="Arial"/>
              <a:sym typeface="Arial"/>
            </a:endParaRPr>
          </a:p>
          <a:p>
            <a:pPr indent="-121920" lvl="1" marL="0" marR="0" rtl="0" algn="l">
              <a:lnSpc>
                <a:spcPct val="80000"/>
              </a:lnSpc>
              <a:spcBef>
                <a:spcPts val="479"/>
              </a:spcBef>
              <a:spcAft>
                <a:spcPts val="0"/>
              </a:spcAft>
              <a:buClr>
                <a:srgbClr val="7FD13B"/>
              </a:buClr>
              <a:buSzPts val="192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12% of U. S. potable water consumption</a:t>
            </a:r>
            <a:endParaRPr b="0" i="0" sz="2400" u="none" cap="none" strike="noStrike">
              <a:latin typeface="Arial"/>
              <a:ea typeface="Arial"/>
              <a:cs typeface="Arial"/>
              <a:sym typeface="Arial"/>
            </a:endParaRPr>
          </a:p>
          <a:p>
            <a:pPr indent="-121920" lvl="1" marL="0" marR="0" rtl="0" algn="l">
              <a:lnSpc>
                <a:spcPct val="80000"/>
              </a:lnSpc>
              <a:spcBef>
                <a:spcPts val="479"/>
              </a:spcBef>
              <a:spcAft>
                <a:spcPts val="0"/>
              </a:spcAft>
              <a:buClr>
                <a:srgbClr val="7FD13B"/>
              </a:buClr>
              <a:buSzPts val="192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40% of U. S. sold waste stream</a:t>
            </a:r>
            <a:endParaRPr b="0" i="0" sz="2400" u="none" cap="none" strike="noStrike">
              <a:latin typeface="Arial"/>
              <a:ea typeface="Arial"/>
              <a:cs typeface="Arial"/>
              <a:sym typeface="Arial"/>
            </a:endParaRPr>
          </a:p>
          <a:p>
            <a:pPr indent="-121920" lvl="1" marL="0" marR="0" rtl="0" algn="l">
              <a:lnSpc>
                <a:spcPct val="80000"/>
              </a:lnSpc>
              <a:spcBef>
                <a:spcPts val="479"/>
              </a:spcBef>
              <a:spcAft>
                <a:spcPts val="0"/>
              </a:spcAft>
              <a:buClr>
                <a:srgbClr val="7FD13B"/>
              </a:buClr>
              <a:buSzPts val="192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35% of U. S. carbon dioxide emissions</a:t>
            </a:r>
            <a:endParaRPr b="0" i="0" sz="2400" u="none" cap="none" strike="noStrike">
              <a:latin typeface="Arial"/>
              <a:ea typeface="Arial"/>
              <a:cs typeface="Arial"/>
              <a:sym typeface="Arial"/>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443" name="Shape 443"/>
        <p:cNvGrpSpPr/>
        <p:nvPr/>
      </p:nvGrpSpPr>
      <p:grpSpPr>
        <a:xfrm>
          <a:off x="0" y="0"/>
          <a:ext cx="0" cy="0"/>
          <a:chOff x="0" y="0"/>
          <a:chExt cx="0" cy="0"/>
        </a:xfrm>
      </p:grpSpPr>
      <p:sp>
        <p:nvSpPr>
          <p:cNvPr id="444" name="Google Shape;444;p88"/>
          <p:cNvSpPr txBox="1"/>
          <p:nvPr/>
        </p:nvSpPr>
        <p:spPr>
          <a:xfrm>
            <a:off x="457200" y="274680"/>
            <a:ext cx="7467120" cy="1142640"/>
          </a:xfrm>
          <a:prstGeom prst="rect">
            <a:avLst/>
          </a:prstGeom>
          <a:noFill/>
          <a:ln>
            <a:noFill/>
          </a:ln>
        </p:spPr>
        <p:txBody>
          <a:bodyPr anchorCtr="0" anchor="b" bIns="45000" lIns="90000" spcFirstLastPara="1" rIns="90000" wrap="square" tIns="45000">
            <a:noAutofit/>
          </a:bodyPr>
          <a:lstStyle/>
          <a:p>
            <a:pPr indent="0" lvl="0" marL="0" marR="0" rtl="0" algn="l">
              <a:lnSpc>
                <a:spcPct val="100000"/>
              </a:lnSpc>
              <a:spcBef>
                <a:spcPts val="0"/>
              </a:spcBef>
              <a:spcAft>
                <a:spcPts val="0"/>
              </a:spcAft>
              <a:buNone/>
            </a:pPr>
            <a:r>
              <a:rPr b="0" i="0" lang="en-US" sz="3000" u="none" cap="small" strike="noStrike">
                <a:solidFill>
                  <a:srgbClr val="4E5B6F"/>
                </a:solidFill>
                <a:latin typeface="Century Schoolbook"/>
                <a:ea typeface="Century Schoolbook"/>
                <a:cs typeface="Century Schoolbook"/>
                <a:sym typeface="Century Schoolbook"/>
              </a:rPr>
              <a:t>LEED Basics – Why LEED?</a:t>
            </a:r>
            <a:endParaRPr b="0" i="0" sz="3000" u="none" cap="none" strike="noStrike">
              <a:latin typeface="Arial"/>
              <a:ea typeface="Arial"/>
              <a:cs typeface="Arial"/>
              <a:sym typeface="Arial"/>
            </a:endParaRPr>
          </a:p>
        </p:txBody>
      </p:sp>
      <p:sp>
        <p:nvSpPr>
          <p:cNvPr id="445" name="Google Shape;445;p88"/>
          <p:cNvSpPr txBox="1"/>
          <p:nvPr/>
        </p:nvSpPr>
        <p:spPr>
          <a:xfrm>
            <a:off x="457200" y="1600200"/>
            <a:ext cx="7467120" cy="4873320"/>
          </a:xfrm>
          <a:prstGeom prst="rect">
            <a:avLst/>
          </a:prstGeom>
          <a:noFill/>
          <a:ln>
            <a:noFill/>
          </a:ln>
        </p:spPr>
        <p:txBody>
          <a:bodyPr anchorCtr="0" anchor="t" bIns="45000" lIns="90000" spcFirstLastPara="1" rIns="90000" wrap="square" tIns="45000">
            <a:normAutofit/>
          </a:bodyPr>
          <a:lstStyle/>
          <a:p>
            <a:pPr indent="-124460" lvl="0" marL="0" marR="0" rtl="0" algn="l">
              <a:lnSpc>
                <a:spcPct val="90000"/>
              </a:lnSpc>
              <a:spcBef>
                <a:spcPts val="0"/>
              </a:spcBef>
              <a:spcAft>
                <a:spcPts val="0"/>
              </a:spcAft>
              <a:buClr>
                <a:srgbClr val="7FD13B"/>
              </a:buClr>
              <a:buSzPts val="196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Advertised as:</a:t>
            </a:r>
            <a:endParaRPr b="0" i="0" sz="2800" u="none" cap="none" strike="noStrike">
              <a:latin typeface="Arial"/>
              <a:ea typeface="Arial"/>
              <a:cs typeface="Arial"/>
              <a:sym typeface="Arial"/>
            </a:endParaRPr>
          </a:p>
          <a:p>
            <a:pPr indent="-121920" lvl="1" marL="0" marR="0" rtl="0" algn="l">
              <a:lnSpc>
                <a:spcPct val="90000"/>
              </a:lnSpc>
              <a:spcBef>
                <a:spcPts val="479"/>
              </a:spcBef>
              <a:spcAft>
                <a:spcPts val="0"/>
              </a:spcAft>
              <a:buClr>
                <a:srgbClr val="7FD13B"/>
              </a:buClr>
              <a:buSzPts val="192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Reducing environmental impact</a:t>
            </a:r>
            <a:endParaRPr b="0" i="0" sz="2400" u="none" cap="none" strike="noStrike">
              <a:latin typeface="Arial"/>
              <a:ea typeface="Arial"/>
              <a:cs typeface="Arial"/>
              <a:sym typeface="Arial"/>
            </a:endParaRPr>
          </a:p>
          <a:p>
            <a:pPr indent="-121920" lvl="1" marL="0" marR="0" rtl="0" algn="l">
              <a:lnSpc>
                <a:spcPct val="90000"/>
              </a:lnSpc>
              <a:spcBef>
                <a:spcPts val="479"/>
              </a:spcBef>
              <a:spcAft>
                <a:spcPts val="0"/>
              </a:spcAft>
              <a:buClr>
                <a:srgbClr val="7FD13B"/>
              </a:buClr>
              <a:buSzPts val="192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Reducing operating costs</a:t>
            </a:r>
            <a:endParaRPr b="0" i="0" sz="2400" u="none" cap="none" strike="noStrike">
              <a:latin typeface="Arial"/>
              <a:ea typeface="Arial"/>
              <a:cs typeface="Arial"/>
              <a:sym typeface="Arial"/>
            </a:endParaRPr>
          </a:p>
          <a:p>
            <a:pPr indent="-121920" lvl="1" marL="0" marR="0" rtl="0" algn="l">
              <a:lnSpc>
                <a:spcPct val="90000"/>
              </a:lnSpc>
              <a:spcBef>
                <a:spcPts val="479"/>
              </a:spcBef>
              <a:spcAft>
                <a:spcPts val="0"/>
              </a:spcAft>
              <a:buClr>
                <a:srgbClr val="7FD13B"/>
              </a:buClr>
              <a:buSzPts val="192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Increasing occupant comfort and productivity</a:t>
            </a:r>
            <a:endParaRPr b="0" i="0" sz="2400" u="none" cap="none" strike="noStrike">
              <a:latin typeface="Arial"/>
              <a:ea typeface="Arial"/>
              <a:cs typeface="Arial"/>
              <a:sym typeface="Arial"/>
            </a:endParaRPr>
          </a:p>
          <a:p>
            <a:pPr indent="0" lvl="0" marL="0" marR="0" rtl="0" algn="l">
              <a:lnSpc>
                <a:spcPct val="100000"/>
              </a:lnSpc>
              <a:spcBef>
                <a:spcPts val="1414"/>
              </a:spcBef>
              <a:spcAft>
                <a:spcPts val="0"/>
              </a:spcAft>
              <a:buNone/>
            </a:pPr>
            <a:r>
              <a:rPr b="0" i="0" lang="en-US" sz="2400" u="none" cap="none" strike="noStrike">
                <a:solidFill>
                  <a:srgbClr val="000000"/>
                </a:solidFill>
                <a:latin typeface="Century Schoolbook"/>
                <a:ea typeface="Century Schoolbook"/>
                <a:cs typeface="Century Schoolbook"/>
                <a:sym typeface="Century Schoolbook"/>
              </a:rPr>
              <a:t> </a:t>
            </a:r>
            <a:endParaRPr b="0" i="0" sz="2400" u="none" cap="none" strike="noStrike">
              <a:latin typeface="Arial"/>
              <a:ea typeface="Arial"/>
              <a:cs typeface="Arial"/>
              <a:sym typeface="Arial"/>
            </a:endParaRPr>
          </a:p>
          <a:p>
            <a:pPr indent="-124460" lvl="0" marL="0" marR="0" rtl="0" algn="l">
              <a:lnSpc>
                <a:spcPct val="90000"/>
              </a:lnSpc>
              <a:spcBef>
                <a:spcPts val="601"/>
              </a:spcBef>
              <a:spcAft>
                <a:spcPts val="0"/>
              </a:spcAft>
              <a:buClr>
                <a:srgbClr val="7FD13B"/>
              </a:buClr>
              <a:buSzPts val="196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Other potential benefits:</a:t>
            </a:r>
            <a:endParaRPr b="0" i="0" sz="2800" u="none" cap="none" strike="noStrike">
              <a:latin typeface="Arial"/>
              <a:ea typeface="Arial"/>
              <a:cs typeface="Arial"/>
              <a:sym typeface="Arial"/>
            </a:endParaRPr>
          </a:p>
          <a:p>
            <a:pPr indent="-121920" lvl="1" marL="0" marR="0" rtl="0" algn="l">
              <a:lnSpc>
                <a:spcPct val="90000"/>
              </a:lnSpc>
              <a:spcBef>
                <a:spcPts val="479"/>
              </a:spcBef>
              <a:spcAft>
                <a:spcPts val="0"/>
              </a:spcAft>
              <a:buClr>
                <a:srgbClr val="7FD13B"/>
              </a:buClr>
              <a:buSzPts val="192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Higher rents?</a:t>
            </a:r>
            <a:endParaRPr b="0" i="0" sz="2400" u="none" cap="none" strike="noStrike">
              <a:latin typeface="Arial"/>
              <a:ea typeface="Arial"/>
              <a:cs typeface="Arial"/>
              <a:sym typeface="Arial"/>
            </a:endParaRPr>
          </a:p>
          <a:p>
            <a:pPr indent="-121920" lvl="1" marL="0" marR="0" rtl="0" algn="l">
              <a:lnSpc>
                <a:spcPct val="90000"/>
              </a:lnSpc>
              <a:spcBef>
                <a:spcPts val="479"/>
              </a:spcBef>
              <a:spcAft>
                <a:spcPts val="0"/>
              </a:spcAft>
              <a:buClr>
                <a:srgbClr val="7FD13B"/>
              </a:buClr>
              <a:buSzPts val="192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Higher sales price?</a:t>
            </a:r>
            <a:endParaRPr b="0" i="0" sz="2400" u="none" cap="none" strike="noStrike">
              <a:latin typeface="Arial"/>
              <a:ea typeface="Arial"/>
              <a:cs typeface="Arial"/>
              <a:sym typeface="Arial"/>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450" name="Shape 450"/>
        <p:cNvGrpSpPr/>
        <p:nvPr/>
      </p:nvGrpSpPr>
      <p:grpSpPr>
        <a:xfrm>
          <a:off x="0" y="0"/>
          <a:ext cx="0" cy="0"/>
          <a:chOff x="0" y="0"/>
          <a:chExt cx="0" cy="0"/>
        </a:xfrm>
      </p:grpSpPr>
      <p:sp>
        <p:nvSpPr>
          <p:cNvPr id="451" name="Google Shape;451;p89"/>
          <p:cNvSpPr txBox="1"/>
          <p:nvPr/>
        </p:nvSpPr>
        <p:spPr>
          <a:xfrm>
            <a:off x="457200" y="274680"/>
            <a:ext cx="7467120" cy="1142640"/>
          </a:xfrm>
          <a:prstGeom prst="rect">
            <a:avLst/>
          </a:prstGeom>
          <a:noFill/>
          <a:ln>
            <a:noFill/>
          </a:ln>
        </p:spPr>
        <p:txBody>
          <a:bodyPr anchorCtr="0" anchor="b" bIns="45000" lIns="90000" spcFirstLastPara="1" rIns="90000" wrap="square" tIns="45000">
            <a:noAutofit/>
          </a:bodyPr>
          <a:lstStyle/>
          <a:p>
            <a:pPr indent="0" lvl="0" marL="0" marR="0" rtl="0" algn="l">
              <a:lnSpc>
                <a:spcPct val="100000"/>
              </a:lnSpc>
              <a:spcBef>
                <a:spcPts val="0"/>
              </a:spcBef>
              <a:spcAft>
                <a:spcPts val="0"/>
              </a:spcAft>
              <a:buNone/>
            </a:pPr>
            <a:r>
              <a:rPr b="0" i="0" lang="en-US" sz="3000" u="none" cap="small" strike="noStrike">
                <a:solidFill>
                  <a:srgbClr val="4E5B6F"/>
                </a:solidFill>
                <a:latin typeface="Century Schoolbook"/>
                <a:ea typeface="Century Schoolbook"/>
                <a:cs typeface="Century Schoolbook"/>
                <a:sym typeface="Century Schoolbook"/>
              </a:rPr>
              <a:t>LEED Basics – Rating Systems</a:t>
            </a:r>
            <a:endParaRPr b="0" i="0" sz="3000" u="none" cap="none" strike="noStrike">
              <a:latin typeface="Arial"/>
              <a:ea typeface="Arial"/>
              <a:cs typeface="Arial"/>
              <a:sym typeface="Arial"/>
            </a:endParaRPr>
          </a:p>
        </p:txBody>
      </p:sp>
      <p:sp>
        <p:nvSpPr>
          <p:cNvPr id="452" name="Google Shape;452;p89"/>
          <p:cNvSpPr txBox="1"/>
          <p:nvPr/>
        </p:nvSpPr>
        <p:spPr>
          <a:xfrm>
            <a:off x="457200" y="1600200"/>
            <a:ext cx="7467120" cy="4873320"/>
          </a:xfrm>
          <a:prstGeom prst="rect">
            <a:avLst/>
          </a:prstGeom>
          <a:noFill/>
          <a:ln>
            <a:noFill/>
          </a:ln>
        </p:spPr>
        <p:txBody>
          <a:bodyPr anchorCtr="0" anchor="t" bIns="45000" lIns="90000" spcFirstLastPara="1" rIns="90000" wrap="square" tIns="45000">
            <a:normAutofit/>
          </a:bodyPr>
          <a:lstStyle/>
          <a:p>
            <a:pPr indent="-106680" lvl="0" marL="0" marR="0" rtl="0" algn="l">
              <a:lnSpc>
                <a:spcPct val="100000"/>
              </a:lnSpc>
              <a:spcBef>
                <a:spcPts val="0"/>
              </a:spcBef>
              <a:spcAft>
                <a:spcPts val="0"/>
              </a:spcAft>
              <a:buClr>
                <a:srgbClr val="7FD13B"/>
              </a:buClr>
              <a:buSzPts val="168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New Construction</a:t>
            </a:r>
            <a:endParaRPr b="0" i="0" sz="2400" u="none" cap="none" strike="noStrike">
              <a:latin typeface="Arial"/>
              <a:ea typeface="Arial"/>
              <a:cs typeface="Arial"/>
              <a:sym typeface="Arial"/>
            </a:endParaRPr>
          </a:p>
          <a:p>
            <a:pPr indent="-106680" lvl="0" marL="0" marR="0" rtl="0" algn="l">
              <a:lnSpc>
                <a:spcPct val="100000"/>
              </a:lnSpc>
              <a:spcBef>
                <a:spcPts val="601"/>
              </a:spcBef>
              <a:spcAft>
                <a:spcPts val="0"/>
              </a:spcAft>
              <a:buClr>
                <a:srgbClr val="7FD13B"/>
              </a:buClr>
              <a:buSzPts val="168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Existing Buildings: O&amp;M</a:t>
            </a:r>
            <a:endParaRPr b="0" i="0" sz="2400" u="none" cap="none" strike="noStrike">
              <a:latin typeface="Arial"/>
              <a:ea typeface="Arial"/>
              <a:cs typeface="Arial"/>
              <a:sym typeface="Arial"/>
            </a:endParaRPr>
          </a:p>
          <a:p>
            <a:pPr indent="-106680" lvl="0" marL="0" marR="0" rtl="0" algn="l">
              <a:lnSpc>
                <a:spcPct val="100000"/>
              </a:lnSpc>
              <a:spcBef>
                <a:spcPts val="601"/>
              </a:spcBef>
              <a:spcAft>
                <a:spcPts val="0"/>
              </a:spcAft>
              <a:buClr>
                <a:srgbClr val="7FD13B"/>
              </a:buClr>
              <a:buSzPts val="168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Commercial Interiors</a:t>
            </a:r>
            <a:endParaRPr b="0" i="0" sz="2400" u="none" cap="none" strike="noStrike">
              <a:latin typeface="Arial"/>
              <a:ea typeface="Arial"/>
              <a:cs typeface="Arial"/>
              <a:sym typeface="Arial"/>
            </a:endParaRPr>
          </a:p>
          <a:p>
            <a:pPr indent="-106680" lvl="0" marL="0" marR="0" rtl="0" algn="l">
              <a:lnSpc>
                <a:spcPct val="100000"/>
              </a:lnSpc>
              <a:spcBef>
                <a:spcPts val="601"/>
              </a:spcBef>
              <a:spcAft>
                <a:spcPts val="0"/>
              </a:spcAft>
              <a:buClr>
                <a:srgbClr val="7FD13B"/>
              </a:buClr>
              <a:buSzPts val="168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Core and Shell</a:t>
            </a:r>
            <a:endParaRPr b="0" i="0" sz="2400" u="none" cap="none" strike="noStrike">
              <a:latin typeface="Arial"/>
              <a:ea typeface="Arial"/>
              <a:cs typeface="Arial"/>
              <a:sym typeface="Arial"/>
            </a:endParaRPr>
          </a:p>
          <a:p>
            <a:pPr indent="-106680" lvl="0" marL="0" marR="0" rtl="0" algn="l">
              <a:lnSpc>
                <a:spcPct val="100000"/>
              </a:lnSpc>
              <a:spcBef>
                <a:spcPts val="601"/>
              </a:spcBef>
              <a:spcAft>
                <a:spcPts val="0"/>
              </a:spcAft>
              <a:buClr>
                <a:srgbClr val="7FD13B"/>
              </a:buClr>
              <a:buSzPts val="168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Schools</a:t>
            </a:r>
            <a:endParaRPr b="0" i="0" sz="2400" u="none" cap="none" strike="noStrike">
              <a:latin typeface="Arial"/>
              <a:ea typeface="Arial"/>
              <a:cs typeface="Arial"/>
              <a:sym typeface="Arial"/>
            </a:endParaRPr>
          </a:p>
          <a:p>
            <a:pPr indent="-106680" lvl="0" marL="0" marR="0" rtl="0" algn="l">
              <a:lnSpc>
                <a:spcPct val="100000"/>
              </a:lnSpc>
              <a:spcBef>
                <a:spcPts val="601"/>
              </a:spcBef>
              <a:spcAft>
                <a:spcPts val="0"/>
              </a:spcAft>
              <a:buClr>
                <a:srgbClr val="7FD13B"/>
              </a:buClr>
              <a:buSzPts val="168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Homes</a:t>
            </a:r>
            <a:endParaRPr b="0" i="0" sz="2400" u="none" cap="none" strike="noStrike">
              <a:latin typeface="Arial"/>
              <a:ea typeface="Arial"/>
              <a:cs typeface="Arial"/>
              <a:sym typeface="Arial"/>
            </a:endParaRP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457" name="Shape 457"/>
        <p:cNvGrpSpPr/>
        <p:nvPr/>
      </p:nvGrpSpPr>
      <p:grpSpPr>
        <a:xfrm>
          <a:off x="0" y="0"/>
          <a:ext cx="0" cy="0"/>
          <a:chOff x="0" y="0"/>
          <a:chExt cx="0" cy="0"/>
        </a:xfrm>
      </p:grpSpPr>
      <p:sp>
        <p:nvSpPr>
          <p:cNvPr id="458" name="Google Shape;458;p90"/>
          <p:cNvSpPr txBox="1"/>
          <p:nvPr/>
        </p:nvSpPr>
        <p:spPr>
          <a:xfrm>
            <a:off x="457200" y="274680"/>
            <a:ext cx="7467120" cy="1142640"/>
          </a:xfrm>
          <a:prstGeom prst="rect">
            <a:avLst/>
          </a:prstGeom>
          <a:noFill/>
          <a:ln>
            <a:noFill/>
          </a:ln>
        </p:spPr>
        <p:txBody>
          <a:bodyPr anchorCtr="0" anchor="b" bIns="45000" lIns="90000" spcFirstLastPara="1" rIns="90000" wrap="square" tIns="45000">
            <a:noAutofit/>
          </a:bodyPr>
          <a:lstStyle/>
          <a:p>
            <a:pPr indent="0" lvl="0" marL="0" marR="0" rtl="0" algn="l">
              <a:lnSpc>
                <a:spcPct val="100000"/>
              </a:lnSpc>
              <a:spcBef>
                <a:spcPts val="0"/>
              </a:spcBef>
              <a:spcAft>
                <a:spcPts val="0"/>
              </a:spcAft>
              <a:buNone/>
            </a:pPr>
            <a:r>
              <a:rPr b="0" i="0" lang="en-US" sz="3400" u="none" cap="small" strike="noStrike">
                <a:solidFill>
                  <a:srgbClr val="4E5B6F"/>
                </a:solidFill>
                <a:latin typeface="Century Schoolbook"/>
                <a:ea typeface="Century Schoolbook"/>
                <a:cs typeface="Century Schoolbook"/>
                <a:sym typeface="Century Schoolbook"/>
              </a:rPr>
              <a:t>LEED Basics – Rating System Example (LEED 2009-NC)</a:t>
            </a:r>
            <a:endParaRPr b="0" i="0" sz="3400" u="none" cap="none" strike="noStrike">
              <a:latin typeface="Arial"/>
              <a:ea typeface="Arial"/>
              <a:cs typeface="Arial"/>
              <a:sym typeface="Arial"/>
            </a:endParaRPr>
          </a:p>
        </p:txBody>
      </p:sp>
      <p:graphicFrame>
        <p:nvGraphicFramePr>
          <p:cNvPr id="459" name="Google Shape;459;p90"/>
          <p:cNvGraphicFramePr/>
          <p:nvPr/>
        </p:nvGraphicFramePr>
        <p:xfrm>
          <a:off x="685800" y="1828800"/>
          <a:ext cx="3000000" cy="3000000"/>
        </p:xfrm>
        <a:graphic>
          <a:graphicData uri="http://schemas.openxmlformats.org/drawingml/2006/table">
            <a:tbl>
              <a:tblPr>
                <a:noFill/>
                <a:tableStyleId>{793C8678-DB29-47A9-9A68-DE1731B15676}</a:tableStyleId>
              </a:tblPr>
              <a:tblGrid>
                <a:gridCol w="3429000"/>
                <a:gridCol w="1676150"/>
                <a:gridCol w="1143000"/>
                <a:gridCol w="1752475"/>
              </a:tblGrid>
              <a:tr h="421925">
                <a:tc>
                  <a:txBody>
                    <a:bodyPr/>
                    <a:lstStyle/>
                    <a:p>
                      <a:pPr indent="0" lvl="0" marL="0" marR="0" rtl="0" algn="l">
                        <a:lnSpc>
                          <a:spcPct val="100000"/>
                        </a:lnSpc>
                        <a:spcBef>
                          <a:spcPts val="0"/>
                        </a:spcBef>
                        <a:spcAft>
                          <a:spcPts val="0"/>
                        </a:spcAft>
                        <a:buNone/>
                      </a:pPr>
                      <a:r>
                        <a:rPr b="1" lang="en-US" sz="1600" u="none" cap="none" strike="noStrike">
                          <a:solidFill>
                            <a:srgbClr val="FFFFFF"/>
                          </a:solidFill>
                          <a:latin typeface="Arial"/>
                          <a:ea typeface="Arial"/>
                          <a:cs typeface="Arial"/>
                          <a:sym typeface="Arial"/>
                        </a:rPr>
                        <a:t>Category</a:t>
                      </a:r>
                      <a:endParaRPr b="0" sz="16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1" lang="en-US" sz="1600" u="none" cap="none" strike="noStrike">
                          <a:solidFill>
                            <a:srgbClr val="FFFFFF"/>
                          </a:solidFill>
                          <a:latin typeface="Arial"/>
                          <a:ea typeface="Arial"/>
                          <a:cs typeface="Arial"/>
                          <a:sym typeface="Arial"/>
                        </a:rPr>
                        <a:t>Prerequisites</a:t>
                      </a:r>
                      <a:endParaRPr b="0" sz="16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1" lang="en-US" sz="1600" u="none" cap="none" strike="noStrike">
                          <a:solidFill>
                            <a:srgbClr val="FFFFFF"/>
                          </a:solidFill>
                          <a:latin typeface="Arial"/>
                          <a:ea typeface="Arial"/>
                          <a:cs typeface="Arial"/>
                          <a:sym typeface="Arial"/>
                        </a:rPr>
                        <a:t>Credits</a:t>
                      </a:r>
                      <a:endParaRPr b="0" sz="16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1" lang="en-US" sz="1600" u="none" cap="none" strike="noStrike">
                          <a:solidFill>
                            <a:srgbClr val="FFFFFF"/>
                          </a:solidFill>
                          <a:latin typeface="Arial"/>
                          <a:ea typeface="Arial"/>
                          <a:cs typeface="Arial"/>
                          <a:sym typeface="Arial"/>
                        </a:rPr>
                        <a:t>Possible points</a:t>
                      </a:r>
                      <a:endParaRPr b="0" sz="1600" u="none" cap="none" strike="noStrike">
                        <a:latin typeface="Arial"/>
                        <a:ea typeface="Arial"/>
                        <a:cs typeface="Arial"/>
                        <a:sym typeface="Arial"/>
                      </a:endParaRPr>
                    </a:p>
                  </a:txBody>
                  <a:tcPr marT="45725" marB="45725" marR="91450" marL="91450">
                    <a:solidFill>
                      <a:srgbClr val="4472C4"/>
                    </a:solidFill>
                  </a:tcPr>
                </a:tc>
              </a:tr>
              <a:tr h="421925">
                <a:tc>
                  <a:txBody>
                    <a:bodyPr/>
                    <a:lstStyle/>
                    <a:p>
                      <a:pPr indent="0" lvl="0" marL="0" marR="0" rtl="0" algn="l">
                        <a:lnSpc>
                          <a:spcPct val="100000"/>
                        </a:lnSpc>
                        <a:spcBef>
                          <a:spcPts val="0"/>
                        </a:spcBef>
                        <a:spcAft>
                          <a:spcPts val="0"/>
                        </a:spcAft>
                        <a:buNone/>
                      </a:pPr>
                      <a:r>
                        <a:rPr b="0" lang="en-US" sz="1600" u="none" cap="none" strike="noStrike">
                          <a:solidFill>
                            <a:srgbClr val="000000"/>
                          </a:solidFill>
                          <a:latin typeface="Arial"/>
                          <a:ea typeface="Arial"/>
                          <a:cs typeface="Arial"/>
                          <a:sym typeface="Arial"/>
                        </a:rPr>
                        <a:t>Sustainable Sites (SS)</a:t>
                      </a:r>
                      <a:endParaRPr b="0" sz="16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1600" u="none" cap="none" strike="noStrike">
                          <a:solidFill>
                            <a:srgbClr val="000000"/>
                          </a:solidFill>
                          <a:latin typeface="Arial"/>
                          <a:ea typeface="Arial"/>
                          <a:cs typeface="Arial"/>
                          <a:sym typeface="Arial"/>
                        </a:rPr>
                        <a:t>1</a:t>
                      </a:r>
                      <a:endParaRPr b="0" sz="16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1600" u="none" cap="none" strike="noStrike">
                          <a:solidFill>
                            <a:srgbClr val="000000"/>
                          </a:solidFill>
                          <a:latin typeface="Arial"/>
                          <a:ea typeface="Arial"/>
                          <a:cs typeface="Arial"/>
                          <a:sym typeface="Arial"/>
                        </a:rPr>
                        <a:t>8</a:t>
                      </a:r>
                      <a:endParaRPr b="0" sz="16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1600" u="none" cap="none" strike="noStrike">
                          <a:solidFill>
                            <a:srgbClr val="000000"/>
                          </a:solidFill>
                          <a:latin typeface="Arial"/>
                          <a:ea typeface="Arial"/>
                          <a:cs typeface="Arial"/>
                          <a:sym typeface="Arial"/>
                        </a:rPr>
                        <a:t>26</a:t>
                      </a:r>
                      <a:endParaRPr b="0" sz="1600" u="none" cap="none" strike="noStrike">
                        <a:latin typeface="Arial"/>
                        <a:ea typeface="Arial"/>
                        <a:cs typeface="Arial"/>
                        <a:sym typeface="Arial"/>
                      </a:endParaRPr>
                    </a:p>
                  </a:txBody>
                  <a:tcPr marT="45725" marB="45725" marR="91450" marL="91450">
                    <a:solidFill>
                      <a:srgbClr val="4472C4"/>
                    </a:solidFill>
                  </a:tcPr>
                </a:tc>
              </a:tr>
              <a:tr h="421925">
                <a:tc>
                  <a:txBody>
                    <a:bodyPr/>
                    <a:lstStyle/>
                    <a:p>
                      <a:pPr indent="0" lvl="0" marL="0" marR="0" rtl="0" algn="l">
                        <a:lnSpc>
                          <a:spcPct val="100000"/>
                        </a:lnSpc>
                        <a:spcBef>
                          <a:spcPts val="0"/>
                        </a:spcBef>
                        <a:spcAft>
                          <a:spcPts val="0"/>
                        </a:spcAft>
                        <a:buNone/>
                      </a:pPr>
                      <a:r>
                        <a:rPr b="0" lang="en-US" sz="1600" u="none" cap="none" strike="noStrike">
                          <a:solidFill>
                            <a:srgbClr val="000000"/>
                          </a:solidFill>
                          <a:latin typeface="Arial"/>
                          <a:ea typeface="Arial"/>
                          <a:cs typeface="Arial"/>
                          <a:sym typeface="Arial"/>
                        </a:rPr>
                        <a:t>Water Efficiency (WE)</a:t>
                      </a:r>
                      <a:endParaRPr b="0" sz="16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1600" u="none" cap="none" strike="noStrike">
                          <a:solidFill>
                            <a:srgbClr val="000000"/>
                          </a:solidFill>
                          <a:latin typeface="Arial"/>
                          <a:ea typeface="Arial"/>
                          <a:cs typeface="Arial"/>
                          <a:sym typeface="Arial"/>
                        </a:rPr>
                        <a:t>1</a:t>
                      </a:r>
                      <a:endParaRPr b="0" sz="16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1600" u="none" cap="none" strike="noStrike">
                          <a:solidFill>
                            <a:srgbClr val="000000"/>
                          </a:solidFill>
                          <a:latin typeface="Arial"/>
                          <a:ea typeface="Arial"/>
                          <a:cs typeface="Arial"/>
                          <a:sym typeface="Arial"/>
                        </a:rPr>
                        <a:t>3</a:t>
                      </a:r>
                      <a:endParaRPr b="0" sz="16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1600" u="none" cap="none" strike="noStrike">
                          <a:solidFill>
                            <a:srgbClr val="000000"/>
                          </a:solidFill>
                          <a:latin typeface="Arial"/>
                          <a:ea typeface="Arial"/>
                          <a:cs typeface="Arial"/>
                          <a:sym typeface="Arial"/>
                        </a:rPr>
                        <a:t>10</a:t>
                      </a:r>
                      <a:endParaRPr b="0" sz="1600" u="none" cap="none" strike="noStrike">
                        <a:latin typeface="Arial"/>
                        <a:ea typeface="Arial"/>
                        <a:cs typeface="Arial"/>
                        <a:sym typeface="Arial"/>
                      </a:endParaRPr>
                    </a:p>
                  </a:txBody>
                  <a:tcPr marT="45725" marB="45725" marR="91450" marL="91450">
                    <a:solidFill>
                      <a:srgbClr val="4472C4"/>
                    </a:solidFill>
                  </a:tcPr>
                </a:tc>
              </a:tr>
              <a:tr h="421925">
                <a:tc>
                  <a:txBody>
                    <a:bodyPr/>
                    <a:lstStyle/>
                    <a:p>
                      <a:pPr indent="0" lvl="0" marL="0" marR="0" rtl="0" algn="l">
                        <a:lnSpc>
                          <a:spcPct val="100000"/>
                        </a:lnSpc>
                        <a:spcBef>
                          <a:spcPts val="0"/>
                        </a:spcBef>
                        <a:spcAft>
                          <a:spcPts val="0"/>
                        </a:spcAft>
                        <a:buNone/>
                      </a:pPr>
                      <a:r>
                        <a:rPr b="0" lang="en-US" sz="1600" u="none" cap="none" strike="noStrike">
                          <a:solidFill>
                            <a:srgbClr val="000000"/>
                          </a:solidFill>
                          <a:latin typeface="Arial"/>
                          <a:ea typeface="Arial"/>
                          <a:cs typeface="Arial"/>
                          <a:sym typeface="Arial"/>
                        </a:rPr>
                        <a:t>Energy &amp; Atmosphere (EA)</a:t>
                      </a:r>
                      <a:endParaRPr b="0" sz="16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1600" u="none" cap="none" strike="noStrike">
                          <a:solidFill>
                            <a:srgbClr val="000000"/>
                          </a:solidFill>
                          <a:latin typeface="Arial"/>
                          <a:ea typeface="Arial"/>
                          <a:cs typeface="Arial"/>
                          <a:sym typeface="Arial"/>
                        </a:rPr>
                        <a:t>3</a:t>
                      </a:r>
                      <a:endParaRPr b="0" sz="16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1600" u="none" cap="none" strike="noStrike">
                          <a:solidFill>
                            <a:srgbClr val="000000"/>
                          </a:solidFill>
                          <a:latin typeface="Arial"/>
                          <a:ea typeface="Arial"/>
                          <a:cs typeface="Arial"/>
                          <a:sym typeface="Arial"/>
                        </a:rPr>
                        <a:t>6</a:t>
                      </a:r>
                      <a:endParaRPr b="0" sz="16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1600" u="none" cap="none" strike="noStrike">
                          <a:solidFill>
                            <a:srgbClr val="000000"/>
                          </a:solidFill>
                          <a:latin typeface="Arial"/>
                          <a:ea typeface="Arial"/>
                          <a:cs typeface="Arial"/>
                          <a:sym typeface="Arial"/>
                        </a:rPr>
                        <a:t>35</a:t>
                      </a:r>
                      <a:endParaRPr b="0" sz="1600" u="none" cap="none" strike="noStrike">
                        <a:latin typeface="Arial"/>
                        <a:ea typeface="Arial"/>
                        <a:cs typeface="Arial"/>
                        <a:sym typeface="Arial"/>
                      </a:endParaRPr>
                    </a:p>
                  </a:txBody>
                  <a:tcPr marT="45725" marB="45725" marR="91450" marL="91450">
                    <a:solidFill>
                      <a:srgbClr val="4472C4"/>
                    </a:solidFill>
                  </a:tcPr>
                </a:tc>
              </a:tr>
              <a:tr h="421925">
                <a:tc>
                  <a:txBody>
                    <a:bodyPr/>
                    <a:lstStyle/>
                    <a:p>
                      <a:pPr indent="0" lvl="0" marL="0" marR="0" rtl="0" algn="l">
                        <a:lnSpc>
                          <a:spcPct val="100000"/>
                        </a:lnSpc>
                        <a:spcBef>
                          <a:spcPts val="0"/>
                        </a:spcBef>
                        <a:spcAft>
                          <a:spcPts val="0"/>
                        </a:spcAft>
                        <a:buNone/>
                      </a:pPr>
                      <a:r>
                        <a:rPr b="0" lang="en-US" sz="1600" u="none" cap="none" strike="noStrike">
                          <a:solidFill>
                            <a:srgbClr val="000000"/>
                          </a:solidFill>
                          <a:latin typeface="Arial"/>
                          <a:ea typeface="Arial"/>
                          <a:cs typeface="Arial"/>
                          <a:sym typeface="Arial"/>
                        </a:rPr>
                        <a:t>Materials &amp; Resources (MR)</a:t>
                      </a:r>
                      <a:endParaRPr b="0" sz="16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1600" u="none" cap="none" strike="noStrike">
                          <a:solidFill>
                            <a:srgbClr val="000000"/>
                          </a:solidFill>
                          <a:latin typeface="Arial"/>
                          <a:ea typeface="Arial"/>
                          <a:cs typeface="Arial"/>
                          <a:sym typeface="Arial"/>
                        </a:rPr>
                        <a:t>1</a:t>
                      </a:r>
                      <a:endParaRPr b="0" sz="16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1600" u="none" cap="none" strike="noStrike">
                          <a:solidFill>
                            <a:srgbClr val="000000"/>
                          </a:solidFill>
                          <a:latin typeface="Arial"/>
                          <a:ea typeface="Arial"/>
                          <a:cs typeface="Arial"/>
                          <a:sym typeface="Arial"/>
                        </a:rPr>
                        <a:t>7</a:t>
                      </a:r>
                      <a:endParaRPr b="0" sz="16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1600" u="none" cap="none" strike="noStrike">
                          <a:solidFill>
                            <a:srgbClr val="000000"/>
                          </a:solidFill>
                          <a:latin typeface="Arial"/>
                          <a:ea typeface="Arial"/>
                          <a:cs typeface="Arial"/>
                          <a:sym typeface="Arial"/>
                        </a:rPr>
                        <a:t>15</a:t>
                      </a:r>
                      <a:endParaRPr b="0" sz="1600" u="none" cap="none" strike="noStrike">
                        <a:latin typeface="Arial"/>
                        <a:ea typeface="Arial"/>
                        <a:cs typeface="Arial"/>
                        <a:sym typeface="Arial"/>
                      </a:endParaRPr>
                    </a:p>
                  </a:txBody>
                  <a:tcPr marT="45725" marB="45725" marR="91450" marL="91450">
                    <a:solidFill>
                      <a:srgbClr val="4472C4"/>
                    </a:solidFill>
                  </a:tcPr>
                </a:tc>
              </a:tr>
              <a:tr h="421925">
                <a:tc>
                  <a:txBody>
                    <a:bodyPr/>
                    <a:lstStyle/>
                    <a:p>
                      <a:pPr indent="0" lvl="0" marL="0" marR="0" rtl="0" algn="l">
                        <a:lnSpc>
                          <a:spcPct val="100000"/>
                        </a:lnSpc>
                        <a:spcBef>
                          <a:spcPts val="0"/>
                        </a:spcBef>
                        <a:spcAft>
                          <a:spcPts val="0"/>
                        </a:spcAft>
                        <a:buNone/>
                      </a:pPr>
                      <a:r>
                        <a:rPr b="0" lang="en-US" sz="1600" u="none" cap="none" strike="noStrike">
                          <a:solidFill>
                            <a:srgbClr val="000000"/>
                          </a:solidFill>
                          <a:latin typeface="Arial"/>
                          <a:ea typeface="Arial"/>
                          <a:cs typeface="Arial"/>
                          <a:sym typeface="Arial"/>
                        </a:rPr>
                        <a:t>Indoor Environmental Quality (EQ)</a:t>
                      </a:r>
                      <a:endParaRPr b="0" sz="16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1600" u="none" cap="none" strike="noStrike">
                          <a:solidFill>
                            <a:srgbClr val="000000"/>
                          </a:solidFill>
                          <a:latin typeface="Arial"/>
                          <a:ea typeface="Arial"/>
                          <a:cs typeface="Arial"/>
                          <a:sym typeface="Arial"/>
                        </a:rPr>
                        <a:t>2</a:t>
                      </a:r>
                      <a:endParaRPr b="0" sz="16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1600" u="none" cap="none" strike="noStrike">
                          <a:solidFill>
                            <a:srgbClr val="000000"/>
                          </a:solidFill>
                          <a:latin typeface="Arial"/>
                          <a:ea typeface="Arial"/>
                          <a:cs typeface="Arial"/>
                          <a:sym typeface="Arial"/>
                        </a:rPr>
                        <a:t>8</a:t>
                      </a:r>
                      <a:endParaRPr b="0" sz="16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1600" u="none" cap="none" strike="noStrike">
                          <a:solidFill>
                            <a:srgbClr val="000000"/>
                          </a:solidFill>
                          <a:latin typeface="Arial"/>
                          <a:ea typeface="Arial"/>
                          <a:cs typeface="Arial"/>
                          <a:sym typeface="Arial"/>
                        </a:rPr>
                        <a:t>15</a:t>
                      </a:r>
                      <a:endParaRPr b="0" sz="1600" u="none" cap="none" strike="noStrike">
                        <a:latin typeface="Arial"/>
                        <a:ea typeface="Arial"/>
                        <a:cs typeface="Arial"/>
                        <a:sym typeface="Arial"/>
                      </a:endParaRPr>
                    </a:p>
                  </a:txBody>
                  <a:tcPr marT="45725" marB="45725" marR="91450" marL="91450">
                    <a:solidFill>
                      <a:srgbClr val="4472C4"/>
                    </a:solidFill>
                  </a:tcPr>
                </a:tc>
              </a:tr>
              <a:tr h="421925">
                <a:tc>
                  <a:txBody>
                    <a:bodyPr/>
                    <a:lstStyle/>
                    <a:p>
                      <a:pPr indent="0" lvl="0" marL="0" marR="0" rtl="0" algn="l">
                        <a:lnSpc>
                          <a:spcPct val="100000"/>
                        </a:lnSpc>
                        <a:spcBef>
                          <a:spcPts val="0"/>
                        </a:spcBef>
                        <a:spcAft>
                          <a:spcPts val="0"/>
                        </a:spcAft>
                        <a:buNone/>
                      </a:pPr>
                      <a:r>
                        <a:rPr b="0" lang="en-US" sz="1600" u="none" cap="none" strike="noStrike">
                          <a:solidFill>
                            <a:srgbClr val="000000"/>
                          </a:solidFill>
                          <a:latin typeface="Arial"/>
                          <a:ea typeface="Arial"/>
                          <a:cs typeface="Arial"/>
                          <a:sym typeface="Arial"/>
                        </a:rPr>
                        <a:t>Innovation &amp; Design Process (ID)</a:t>
                      </a:r>
                      <a:endParaRPr b="0" sz="16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1600" u="none" cap="none" strike="noStrike">
                          <a:solidFill>
                            <a:srgbClr val="000000"/>
                          </a:solidFill>
                          <a:latin typeface="Arial"/>
                          <a:ea typeface="Arial"/>
                          <a:cs typeface="Arial"/>
                          <a:sym typeface="Arial"/>
                        </a:rPr>
                        <a:t>None</a:t>
                      </a:r>
                      <a:endParaRPr b="0" sz="16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1600" u="none" cap="none" strike="noStrike">
                          <a:solidFill>
                            <a:srgbClr val="000000"/>
                          </a:solidFill>
                          <a:latin typeface="Arial"/>
                          <a:ea typeface="Arial"/>
                          <a:cs typeface="Arial"/>
                          <a:sym typeface="Arial"/>
                        </a:rPr>
                        <a:t>2</a:t>
                      </a:r>
                      <a:endParaRPr b="0" sz="16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1600" u="none" cap="none" strike="noStrike">
                          <a:solidFill>
                            <a:srgbClr val="000000"/>
                          </a:solidFill>
                          <a:latin typeface="Arial"/>
                          <a:ea typeface="Arial"/>
                          <a:cs typeface="Arial"/>
                          <a:sym typeface="Arial"/>
                        </a:rPr>
                        <a:t>5</a:t>
                      </a:r>
                      <a:endParaRPr b="0" sz="1600" u="none" cap="none" strike="noStrike">
                        <a:latin typeface="Arial"/>
                        <a:ea typeface="Arial"/>
                        <a:cs typeface="Arial"/>
                        <a:sym typeface="Arial"/>
                      </a:endParaRPr>
                    </a:p>
                  </a:txBody>
                  <a:tcPr marT="45725" marB="45725" marR="91450" marL="91450">
                    <a:solidFill>
                      <a:srgbClr val="4472C4"/>
                    </a:solidFill>
                  </a:tcPr>
                </a:tc>
              </a:tr>
              <a:tr h="421925">
                <a:tc>
                  <a:txBody>
                    <a:bodyPr/>
                    <a:lstStyle/>
                    <a:p>
                      <a:pPr indent="0" lvl="0" marL="0" marR="0" rtl="0" algn="l">
                        <a:lnSpc>
                          <a:spcPct val="100000"/>
                        </a:lnSpc>
                        <a:spcBef>
                          <a:spcPts val="0"/>
                        </a:spcBef>
                        <a:spcAft>
                          <a:spcPts val="0"/>
                        </a:spcAft>
                        <a:buNone/>
                      </a:pPr>
                      <a:r>
                        <a:rPr b="0" lang="en-US" sz="1600" u="none" cap="none" strike="noStrike">
                          <a:solidFill>
                            <a:srgbClr val="000000"/>
                          </a:solidFill>
                          <a:latin typeface="Arial"/>
                          <a:ea typeface="Arial"/>
                          <a:cs typeface="Arial"/>
                          <a:sym typeface="Arial"/>
                        </a:rPr>
                        <a:t>Regional Priority</a:t>
                      </a:r>
                      <a:endParaRPr b="0" sz="16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1600" u="none" cap="none" strike="noStrike">
                          <a:solidFill>
                            <a:srgbClr val="000000"/>
                          </a:solidFill>
                          <a:latin typeface="Arial"/>
                          <a:ea typeface="Arial"/>
                          <a:cs typeface="Arial"/>
                          <a:sym typeface="Arial"/>
                        </a:rPr>
                        <a:t>None</a:t>
                      </a:r>
                      <a:endParaRPr b="0" sz="16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1600" u="none" cap="none" strike="noStrike">
                          <a:solidFill>
                            <a:srgbClr val="000000"/>
                          </a:solidFill>
                          <a:latin typeface="Arial"/>
                          <a:ea typeface="Arial"/>
                          <a:cs typeface="Arial"/>
                          <a:sym typeface="Arial"/>
                        </a:rPr>
                        <a:t>1</a:t>
                      </a:r>
                      <a:endParaRPr b="0" sz="16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1600" u="none" cap="none" strike="noStrike">
                          <a:solidFill>
                            <a:srgbClr val="000000"/>
                          </a:solidFill>
                          <a:latin typeface="Arial"/>
                          <a:ea typeface="Arial"/>
                          <a:cs typeface="Arial"/>
                          <a:sym typeface="Arial"/>
                        </a:rPr>
                        <a:t>4</a:t>
                      </a:r>
                      <a:endParaRPr b="0" sz="1600" u="none" cap="none" strike="noStrike">
                        <a:latin typeface="Arial"/>
                        <a:ea typeface="Arial"/>
                        <a:cs typeface="Arial"/>
                        <a:sym typeface="Arial"/>
                      </a:endParaRPr>
                    </a:p>
                  </a:txBody>
                  <a:tcPr marT="45725" marB="45725" marR="91450" marL="91450">
                    <a:solidFill>
                      <a:srgbClr val="4472C4"/>
                    </a:solidFill>
                  </a:tcPr>
                </a:tc>
              </a:tr>
              <a:tr h="424800">
                <a:tc>
                  <a:txBody>
                    <a:bodyPr/>
                    <a:lstStyle/>
                    <a:p>
                      <a:pPr indent="0" lvl="0" marL="0" marR="0" rtl="0" algn="l">
                        <a:lnSpc>
                          <a:spcPct val="100000"/>
                        </a:lnSpc>
                        <a:spcBef>
                          <a:spcPts val="0"/>
                        </a:spcBef>
                        <a:spcAft>
                          <a:spcPts val="0"/>
                        </a:spcAft>
                        <a:buNone/>
                      </a:pPr>
                      <a:r>
                        <a:rPr b="0" i="1" lang="en-US" sz="1600" u="none" cap="none" strike="noStrike">
                          <a:solidFill>
                            <a:srgbClr val="000000"/>
                          </a:solidFill>
                          <a:latin typeface="Arial"/>
                          <a:ea typeface="Arial"/>
                          <a:cs typeface="Arial"/>
                          <a:sym typeface="Arial"/>
                        </a:rPr>
                        <a:t>Totals:</a:t>
                      </a:r>
                      <a:endParaRPr b="0" sz="16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i="1" lang="en-US" sz="1600" u="none" cap="none" strike="noStrike">
                          <a:solidFill>
                            <a:srgbClr val="000000"/>
                          </a:solidFill>
                          <a:latin typeface="Arial"/>
                          <a:ea typeface="Arial"/>
                          <a:cs typeface="Arial"/>
                          <a:sym typeface="Arial"/>
                        </a:rPr>
                        <a:t>8</a:t>
                      </a:r>
                      <a:endParaRPr b="0" sz="16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i="1" lang="en-US" sz="1600" u="none" cap="none" strike="noStrike">
                          <a:solidFill>
                            <a:srgbClr val="000000"/>
                          </a:solidFill>
                          <a:latin typeface="Arial"/>
                          <a:ea typeface="Arial"/>
                          <a:cs typeface="Arial"/>
                          <a:sym typeface="Arial"/>
                        </a:rPr>
                        <a:t>35</a:t>
                      </a:r>
                      <a:endParaRPr b="0" sz="16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i="1" lang="en-US" sz="1600" u="none" cap="none" strike="noStrike">
                          <a:solidFill>
                            <a:srgbClr val="000000"/>
                          </a:solidFill>
                          <a:latin typeface="Arial"/>
                          <a:ea typeface="Arial"/>
                          <a:cs typeface="Arial"/>
                          <a:sym typeface="Arial"/>
                        </a:rPr>
                        <a:t>110</a:t>
                      </a:r>
                      <a:endParaRPr b="0" sz="1600" u="none" cap="none" strike="noStrike">
                        <a:latin typeface="Arial"/>
                        <a:ea typeface="Arial"/>
                        <a:cs typeface="Arial"/>
                        <a:sym typeface="Arial"/>
                      </a:endParaRPr>
                    </a:p>
                  </a:txBody>
                  <a:tcPr marT="45725" marB="45725" marR="91450" marL="91450">
                    <a:solidFill>
                      <a:srgbClr val="4472C4"/>
                    </a:solidFill>
                  </a:tcPr>
                </a:tc>
              </a:tr>
            </a:tbl>
          </a:graphicData>
        </a:graphic>
      </p:graphicFrame>
    </p:spTree>
  </p:cSld>
  <p:clrMapOvr>
    <a:masterClrMapping/>
  </p:clrMapOvr>
  <p:transition>
    <p:fade/>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4" name="Shape 464"/>
        <p:cNvGrpSpPr/>
        <p:nvPr/>
      </p:nvGrpSpPr>
      <p:grpSpPr>
        <a:xfrm>
          <a:off x="0" y="0"/>
          <a:ext cx="0" cy="0"/>
          <a:chOff x="0" y="0"/>
          <a:chExt cx="0" cy="0"/>
        </a:xfrm>
      </p:grpSpPr>
      <p:sp>
        <p:nvSpPr>
          <p:cNvPr id="465" name="Google Shape;465;p91"/>
          <p:cNvSpPr txBox="1"/>
          <p:nvPr/>
        </p:nvSpPr>
        <p:spPr>
          <a:xfrm>
            <a:off x="457200" y="0"/>
            <a:ext cx="8076960" cy="1066320"/>
          </a:xfrm>
          <a:prstGeom prst="rect">
            <a:avLst/>
          </a:prstGeom>
          <a:solidFill>
            <a:srgbClr val="00ADDC"/>
          </a:solidFill>
          <a:ln cap="flat" cmpd="sng" w="34900">
            <a:solidFill>
              <a:srgbClr val="FFFFFF"/>
            </a:solidFill>
            <a:prstDash val="solid"/>
            <a:miter lim="8000"/>
            <a:headEnd len="sm" w="sm" type="none"/>
            <a:tailEnd len="sm" w="sm" type="none"/>
          </a:ln>
        </p:spPr>
        <p:txBody>
          <a:bodyPr anchorCtr="1" anchor="b" bIns="45000" lIns="90000" spcFirstLastPara="1" rIns="90000" wrap="square" tIns="45000">
            <a:noAutofit/>
          </a:bodyPr>
          <a:lstStyle/>
          <a:p>
            <a:pPr indent="0" lvl="0" marL="0" marR="0" rtl="0" algn="ctr">
              <a:lnSpc>
                <a:spcPct val="100000"/>
              </a:lnSpc>
              <a:spcBef>
                <a:spcPts val="0"/>
              </a:spcBef>
              <a:spcAft>
                <a:spcPts val="0"/>
              </a:spcAft>
              <a:buNone/>
            </a:pPr>
            <a:r>
              <a:rPr b="0" i="0" lang="en-US" sz="2800" u="none" cap="small" strike="noStrike">
                <a:solidFill>
                  <a:srgbClr val="FFFFFF"/>
                </a:solidFill>
                <a:latin typeface="Century Schoolbook"/>
                <a:ea typeface="Century Schoolbook"/>
                <a:cs typeface="Century Schoolbook"/>
                <a:sym typeface="Century Schoolbook"/>
              </a:rPr>
              <a:t>AUDIT FOR GREEN CONCEPT IN BUILDING</a:t>
            </a:r>
            <a:endParaRPr b="0" i="0" sz="2800" u="none" cap="none" strike="noStrike">
              <a:latin typeface="Arial"/>
              <a:ea typeface="Arial"/>
              <a:cs typeface="Arial"/>
              <a:sym typeface="Arial"/>
            </a:endParaRPr>
          </a:p>
        </p:txBody>
      </p:sp>
      <p:graphicFrame>
        <p:nvGraphicFramePr>
          <p:cNvPr id="466" name="Google Shape;466;p91"/>
          <p:cNvGraphicFramePr/>
          <p:nvPr/>
        </p:nvGraphicFramePr>
        <p:xfrm>
          <a:off x="457200" y="1219320"/>
          <a:ext cx="3000000" cy="3000000"/>
        </p:xfrm>
        <a:graphic>
          <a:graphicData uri="http://schemas.openxmlformats.org/drawingml/2006/table">
            <a:tbl>
              <a:tblPr>
                <a:noFill/>
                <a:tableStyleId>{793C8678-DB29-47A9-9A68-DE1731B15676}</a:tableStyleId>
              </a:tblPr>
              <a:tblGrid>
                <a:gridCol w="6041525"/>
                <a:gridCol w="1959125"/>
              </a:tblGrid>
              <a:tr h="942125">
                <a:tc>
                  <a:txBody>
                    <a:bodyPr/>
                    <a:lstStyle/>
                    <a:p>
                      <a:pPr indent="0" lvl="0" marL="0" marR="0" rtl="0" algn="l">
                        <a:lnSpc>
                          <a:spcPct val="100000"/>
                        </a:lnSpc>
                        <a:spcBef>
                          <a:spcPts val="0"/>
                        </a:spcBef>
                        <a:spcAft>
                          <a:spcPts val="0"/>
                        </a:spcAft>
                        <a:buNone/>
                      </a:pPr>
                      <a:r>
                        <a:rPr b="1" lang="en-US" sz="2800" u="none" cap="none" strike="noStrike">
                          <a:solidFill>
                            <a:srgbClr val="FFFFFF"/>
                          </a:solidFill>
                          <a:latin typeface="Century Schoolbook"/>
                          <a:ea typeface="Century Schoolbook"/>
                          <a:cs typeface="Century Schoolbook"/>
                          <a:sym typeface="Century Schoolbook"/>
                        </a:rPr>
                        <a:t>CATEGORIES FOR RATING</a:t>
                      </a:r>
                      <a:endParaRPr b="0" sz="28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1" lang="en-US" sz="2800" u="none" cap="none" strike="noStrike">
                          <a:solidFill>
                            <a:srgbClr val="FFFFFF"/>
                          </a:solidFill>
                          <a:latin typeface="Century Schoolbook"/>
                          <a:ea typeface="Century Schoolbook"/>
                          <a:cs typeface="Century Schoolbook"/>
                          <a:sym typeface="Century Schoolbook"/>
                        </a:rPr>
                        <a:t>LEED POINTS</a:t>
                      </a:r>
                      <a:endParaRPr b="0" sz="2800" u="none" cap="none" strike="noStrike">
                        <a:latin typeface="Arial"/>
                        <a:ea typeface="Arial"/>
                        <a:cs typeface="Arial"/>
                        <a:sym typeface="Arial"/>
                      </a:endParaRPr>
                    </a:p>
                  </a:txBody>
                  <a:tcPr marT="45725" marB="45725" marR="91450" marL="91450">
                    <a:solidFill>
                      <a:srgbClr val="4472C4"/>
                    </a:solidFill>
                  </a:tcPr>
                </a:tc>
              </a:tr>
              <a:tr h="518050">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Sustainable site</a:t>
                      </a:r>
                      <a:endParaRPr b="0" sz="28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13</a:t>
                      </a:r>
                      <a:endParaRPr b="0" sz="2800" u="none" cap="none" strike="noStrike">
                        <a:latin typeface="Arial"/>
                        <a:ea typeface="Arial"/>
                        <a:cs typeface="Arial"/>
                        <a:sym typeface="Arial"/>
                      </a:endParaRPr>
                    </a:p>
                  </a:txBody>
                  <a:tcPr marT="45725" marB="45725" marR="91450" marL="91450">
                    <a:solidFill>
                      <a:srgbClr val="4472C4"/>
                    </a:solidFill>
                  </a:tcPr>
                </a:tc>
              </a:tr>
              <a:tr h="518050">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Water efficiency</a:t>
                      </a:r>
                      <a:endParaRPr b="0" sz="28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6</a:t>
                      </a:r>
                      <a:endParaRPr b="0" sz="2800" u="none" cap="none" strike="noStrike">
                        <a:latin typeface="Arial"/>
                        <a:ea typeface="Arial"/>
                        <a:cs typeface="Arial"/>
                        <a:sym typeface="Arial"/>
                      </a:endParaRPr>
                    </a:p>
                  </a:txBody>
                  <a:tcPr marT="45725" marB="45725" marR="91450" marL="91450">
                    <a:solidFill>
                      <a:srgbClr val="4472C4"/>
                    </a:solidFill>
                  </a:tcPr>
                </a:tc>
              </a:tr>
              <a:tr h="518050">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Energy and atmosphere</a:t>
                      </a:r>
                      <a:endParaRPr b="0" sz="28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17</a:t>
                      </a:r>
                      <a:endParaRPr b="0" sz="2800" u="none" cap="none" strike="noStrike">
                        <a:latin typeface="Arial"/>
                        <a:ea typeface="Arial"/>
                        <a:cs typeface="Arial"/>
                        <a:sym typeface="Arial"/>
                      </a:endParaRPr>
                    </a:p>
                  </a:txBody>
                  <a:tcPr marT="45725" marB="45725" marR="91450" marL="91450">
                    <a:solidFill>
                      <a:srgbClr val="4472C4"/>
                    </a:solidFill>
                  </a:tcPr>
                </a:tc>
              </a:tr>
              <a:tr h="518050">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Materials and Resources</a:t>
                      </a:r>
                      <a:endParaRPr b="0" sz="28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13</a:t>
                      </a:r>
                      <a:endParaRPr b="0" sz="2800" u="none" cap="none" strike="noStrike">
                        <a:latin typeface="Arial"/>
                        <a:ea typeface="Arial"/>
                        <a:cs typeface="Arial"/>
                        <a:sym typeface="Arial"/>
                      </a:endParaRPr>
                    </a:p>
                  </a:txBody>
                  <a:tcPr marT="45725" marB="45725" marR="91450" marL="91450">
                    <a:solidFill>
                      <a:srgbClr val="4472C4"/>
                    </a:solidFill>
                  </a:tcPr>
                </a:tc>
              </a:tr>
              <a:tr h="518050">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Indoor Environment Quality</a:t>
                      </a:r>
                      <a:endParaRPr b="0" sz="28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15</a:t>
                      </a:r>
                      <a:endParaRPr b="0" sz="2800" u="none" cap="none" strike="noStrike">
                        <a:latin typeface="Arial"/>
                        <a:ea typeface="Arial"/>
                        <a:cs typeface="Arial"/>
                        <a:sym typeface="Arial"/>
                      </a:endParaRPr>
                    </a:p>
                  </a:txBody>
                  <a:tcPr marT="45725" marB="45725" marR="91450" marL="91450">
                    <a:solidFill>
                      <a:srgbClr val="4472C4"/>
                    </a:solidFill>
                  </a:tcPr>
                </a:tc>
              </a:tr>
              <a:tr h="518050">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Design process and innovation</a:t>
                      </a:r>
                      <a:endParaRPr b="0" sz="28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4</a:t>
                      </a:r>
                      <a:endParaRPr b="0" sz="2800" u="none" cap="none" strike="noStrike">
                        <a:latin typeface="Arial"/>
                        <a:ea typeface="Arial"/>
                        <a:cs typeface="Arial"/>
                        <a:sym typeface="Arial"/>
                      </a:endParaRPr>
                    </a:p>
                  </a:txBody>
                  <a:tcPr marT="45725" marB="45725" marR="91450" marL="91450">
                    <a:solidFill>
                      <a:srgbClr val="4472C4"/>
                    </a:solidFill>
                  </a:tcPr>
                </a:tc>
              </a:tr>
              <a:tr h="518050">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Employing LEED designer</a:t>
                      </a:r>
                      <a:endParaRPr b="0" sz="28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1</a:t>
                      </a:r>
                      <a:endParaRPr b="0" sz="2800" u="none" cap="none" strike="noStrike">
                        <a:latin typeface="Arial"/>
                        <a:ea typeface="Arial"/>
                        <a:cs typeface="Arial"/>
                        <a:sym typeface="Arial"/>
                      </a:endParaRPr>
                    </a:p>
                  </a:txBody>
                  <a:tcPr marT="45725" marB="45725" marR="91450" marL="91450">
                    <a:solidFill>
                      <a:srgbClr val="4472C4"/>
                    </a:solidFill>
                  </a:tcPr>
                </a:tc>
              </a:tr>
              <a:tr h="399950">
                <a:tc>
                  <a:txBody>
                    <a:bodyPr/>
                    <a:lstStyle/>
                    <a:p>
                      <a:pPr indent="0" lvl="0" marL="0" marR="0" rtl="0" algn="l">
                        <a:lnSpc>
                          <a:spcPct val="100000"/>
                        </a:lnSpc>
                        <a:spcBef>
                          <a:spcPts val="0"/>
                        </a:spcBef>
                        <a:spcAft>
                          <a:spcPts val="0"/>
                        </a:spcAft>
                        <a:buNone/>
                      </a:pPr>
                      <a:r>
                        <a:rPr b="1" lang="en-US" sz="2000" u="none" cap="none" strike="noStrike">
                          <a:solidFill>
                            <a:srgbClr val="000000"/>
                          </a:solidFill>
                          <a:latin typeface="Century Schoolbook"/>
                          <a:ea typeface="Century Schoolbook"/>
                          <a:cs typeface="Century Schoolbook"/>
                          <a:sym typeface="Century Schoolbook"/>
                        </a:rPr>
                        <a:t>TOTAL POINTS</a:t>
                      </a:r>
                      <a:endParaRPr b="0" sz="20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1" lang="en-US" sz="2000" u="none" cap="none" strike="noStrike">
                          <a:solidFill>
                            <a:srgbClr val="000000"/>
                          </a:solidFill>
                          <a:latin typeface="Century Schoolbook"/>
                          <a:ea typeface="Century Schoolbook"/>
                          <a:cs typeface="Century Schoolbook"/>
                          <a:sym typeface="Century Schoolbook"/>
                        </a:rPr>
                        <a:t>69</a:t>
                      </a:r>
                      <a:endParaRPr b="0" sz="2000" u="none" cap="none" strike="noStrike">
                        <a:latin typeface="Arial"/>
                        <a:ea typeface="Arial"/>
                        <a:cs typeface="Arial"/>
                        <a:sym typeface="Arial"/>
                      </a:endParaRPr>
                    </a:p>
                  </a:txBody>
                  <a:tcPr marT="45725" marB="45725" marR="91450" marL="91450">
                    <a:solidFill>
                      <a:srgbClr val="4472C4"/>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471" name="Shape 471"/>
        <p:cNvGrpSpPr/>
        <p:nvPr/>
      </p:nvGrpSpPr>
      <p:grpSpPr>
        <a:xfrm>
          <a:off x="0" y="0"/>
          <a:ext cx="0" cy="0"/>
          <a:chOff x="0" y="0"/>
          <a:chExt cx="0" cy="0"/>
        </a:xfrm>
      </p:grpSpPr>
      <p:sp>
        <p:nvSpPr>
          <p:cNvPr id="472" name="Google Shape;472;p92"/>
          <p:cNvSpPr txBox="1"/>
          <p:nvPr/>
        </p:nvSpPr>
        <p:spPr>
          <a:xfrm>
            <a:off x="457200" y="274680"/>
            <a:ext cx="7467120" cy="1142640"/>
          </a:xfrm>
          <a:prstGeom prst="rect">
            <a:avLst/>
          </a:prstGeom>
          <a:noFill/>
          <a:ln>
            <a:noFill/>
          </a:ln>
        </p:spPr>
        <p:txBody>
          <a:bodyPr anchorCtr="0" anchor="b" bIns="45000" lIns="90000" spcFirstLastPara="1" rIns="90000" wrap="square" tIns="45000">
            <a:noAutofit/>
          </a:bodyPr>
          <a:lstStyle/>
          <a:p>
            <a:pPr indent="0" lvl="0" marL="0" marR="0" rtl="0" algn="l">
              <a:lnSpc>
                <a:spcPct val="100000"/>
              </a:lnSpc>
              <a:spcBef>
                <a:spcPts val="0"/>
              </a:spcBef>
              <a:spcAft>
                <a:spcPts val="0"/>
              </a:spcAft>
              <a:buNone/>
            </a:pPr>
            <a:r>
              <a:rPr b="0" i="0" lang="en-US" sz="3400" u="none" cap="small" strike="noStrike">
                <a:solidFill>
                  <a:srgbClr val="4E5B6F"/>
                </a:solidFill>
                <a:latin typeface="Century Schoolbook"/>
                <a:ea typeface="Century Schoolbook"/>
                <a:cs typeface="Century Schoolbook"/>
                <a:sym typeface="Century Schoolbook"/>
              </a:rPr>
              <a:t>LEED Basics – Category Examples</a:t>
            </a:r>
            <a:endParaRPr b="0" i="0" sz="3400" u="none" cap="none" strike="noStrike">
              <a:latin typeface="Arial"/>
              <a:ea typeface="Arial"/>
              <a:cs typeface="Arial"/>
              <a:sym typeface="Arial"/>
            </a:endParaRPr>
          </a:p>
        </p:txBody>
      </p:sp>
      <p:sp>
        <p:nvSpPr>
          <p:cNvPr id="473" name="Google Shape;473;p92"/>
          <p:cNvSpPr txBox="1"/>
          <p:nvPr/>
        </p:nvSpPr>
        <p:spPr>
          <a:xfrm>
            <a:off x="457200" y="1600200"/>
            <a:ext cx="7467120" cy="4873320"/>
          </a:xfrm>
          <a:prstGeom prst="rect">
            <a:avLst/>
          </a:prstGeom>
          <a:noFill/>
          <a:ln>
            <a:noFill/>
          </a:ln>
        </p:spPr>
        <p:txBody>
          <a:bodyPr anchorCtr="0" anchor="t" bIns="45000" lIns="90000" spcFirstLastPara="1" rIns="90000" wrap="square" tIns="45000">
            <a:normAutofit/>
          </a:bodyPr>
          <a:lstStyle/>
          <a:p>
            <a:pPr indent="-124460" lvl="0" marL="0" marR="0" rtl="0" algn="l">
              <a:lnSpc>
                <a:spcPct val="80000"/>
              </a:lnSpc>
              <a:spcBef>
                <a:spcPts val="0"/>
              </a:spcBef>
              <a:spcAft>
                <a:spcPts val="0"/>
              </a:spcAft>
              <a:buClr>
                <a:srgbClr val="7FD13B"/>
              </a:buClr>
              <a:buSzPts val="196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Sustainable Sites (SS)</a:t>
            </a:r>
            <a:endParaRPr b="0" i="0" sz="2800" u="none" cap="none" strike="noStrike">
              <a:latin typeface="Arial"/>
              <a:ea typeface="Arial"/>
              <a:cs typeface="Arial"/>
              <a:sym typeface="Arial"/>
            </a:endParaRPr>
          </a:p>
          <a:p>
            <a:pPr indent="-121920" lvl="1" marL="0" marR="0" rtl="0" algn="l">
              <a:lnSpc>
                <a:spcPct val="80000"/>
              </a:lnSpc>
              <a:spcBef>
                <a:spcPts val="479"/>
              </a:spcBef>
              <a:spcAft>
                <a:spcPts val="0"/>
              </a:spcAft>
              <a:buClr>
                <a:srgbClr val="7FD13B"/>
              </a:buClr>
              <a:buSzPts val="192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Site Selection</a:t>
            </a:r>
            <a:endParaRPr b="0" i="0" sz="2400" u="none" cap="none" strike="noStrike">
              <a:latin typeface="Arial"/>
              <a:ea typeface="Arial"/>
              <a:cs typeface="Arial"/>
              <a:sym typeface="Arial"/>
            </a:endParaRPr>
          </a:p>
          <a:p>
            <a:pPr indent="-121920" lvl="1" marL="0" marR="0" rtl="0" algn="l">
              <a:lnSpc>
                <a:spcPct val="80000"/>
              </a:lnSpc>
              <a:spcBef>
                <a:spcPts val="479"/>
              </a:spcBef>
              <a:spcAft>
                <a:spcPts val="0"/>
              </a:spcAft>
              <a:buClr>
                <a:srgbClr val="7FD13B"/>
              </a:buClr>
              <a:buSzPts val="192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Density and Connectivity</a:t>
            </a:r>
            <a:endParaRPr b="0" i="0" sz="2400" u="none" cap="none" strike="noStrike">
              <a:latin typeface="Arial"/>
              <a:ea typeface="Arial"/>
              <a:cs typeface="Arial"/>
              <a:sym typeface="Arial"/>
            </a:endParaRPr>
          </a:p>
          <a:p>
            <a:pPr indent="-121920" lvl="1" marL="0" marR="0" rtl="0" algn="l">
              <a:lnSpc>
                <a:spcPct val="80000"/>
              </a:lnSpc>
              <a:spcBef>
                <a:spcPts val="479"/>
              </a:spcBef>
              <a:spcAft>
                <a:spcPts val="0"/>
              </a:spcAft>
              <a:buClr>
                <a:srgbClr val="7FD13B"/>
              </a:buClr>
              <a:buSzPts val="192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Brownfield Redevelopment</a:t>
            </a:r>
            <a:endParaRPr b="0" i="0" sz="2400" u="none" cap="none" strike="noStrike">
              <a:latin typeface="Arial"/>
              <a:ea typeface="Arial"/>
              <a:cs typeface="Arial"/>
              <a:sym typeface="Arial"/>
            </a:endParaRPr>
          </a:p>
          <a:p>
            <a:pPr indent="-121920" lvl="1" marL="0" marR="0" rtl="0" algn="l">
              <a:lnSpc>
                <a:spcPct val="80000"/>
              </a:lnSpc>
              <a:spcBef>
                <a:spcPts val="479"/>
              </a:spcBef>
              <a:spcAft>
                <a:spcPts val="0"/>
              </a:spcAft>
              <a:buClr>
                <a:srgbClr val="7FD13B"/>
              </a:buClr>
              <a:buSzPts val="192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Alternative Transportation</a:t>
            </a:r>
            <a:endParaRPr b="0" i="0" sz="2400" u="none" cap="none" strike="noStrike">
              <a:latin typeface="Arial"/>
              <a:ea typeface="Arial"/>
              <a:cs typeface="Arial"/>
              <a:sym typeface="Arial"/>
            </a:endParaRPr>
          </a:p>
          <a:p>
            <a:pPr indent="-121920" lvl="1" marL="0" marR="0" rtl="0" algn="l">
              <a:lnSpc>
                <a:spcPct val="80000"/>
              </a:lnSpc>
              <a:spcBef>
                <a:spcPts val="479"/>
              </a:spcBef>
              <a:spcAft>
                <a:spcPts val="0"/>
              </a:spcAft>
              <a:buClr>
                <a:srgbClr val="7FD13B"/>
              </a:buClr>
              <a:buSzPts val="192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Site Development – Habitat/Open Space</a:t>
            </a:r>
            <a:endParaRPr b="0" i="0" sz="2400" u="none" cap="none" strike="noStrike">
              <a:latin typeface="Arial"/>
              <a:ea typeface="Arial"/>
              <a:cs typeface="Arial"/>
              <a:sym typeface="Arial"/>
            </a:endParaRPr>
          </a:p>
          <a:p>
            <a:pPr indent="-121920" lvl="1" marL="0" marR="0" rtl="0" algn="l">
              <a:lnSpc>
                <a:spcPct val="80000"/>
              </a:lnSpc>
              <a:spcBef>
                <a:spcPts val="479"/>
              </a:spcBef>
              <a:spcAft>
                <a:spcPts val="0"/>
              </a:spcAft>
              <a:buClr>
                <a:srgbClr val="7FD13B"/>
              </a:buClr>
              <a:buSzPts val="192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Stormwater Control</a:t>
            </a:r>
            <a:endParaRPr b="0" i="0" sz="2400" u="none" cap="none" strike="noStrike">
              <a:latin typeface="Arial"/>
              <a:ea typeface="Arial"/>
              <a:cs typeface="Arial"/>
              <a:sym typeface="Arial"/>
            </a:endParaRPr>
          </a:p>
          <a:p>
            <a:pPr indent="-121920" lvl="1" marL="0" marR="0" rtl="0" algn="l">
              <a:lnSpc>
                <a:spcPct val="80000"/>
              </a:lnSpc>
              <a:spcBef>
                <a:spcPts val="479"/>
              </a:spcBef>
              <a:spcAft>
                <a:spcPts val="0"/>
              </a:spcAft>
              <a:buClr>
                <a:srgbClr val="7FD13B"/>
              </a:buClr>
              <a:buSzPts val="192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Reduction of “Heat Island” Effect</a:t>
            </a:r>
            <a:endParaRPr b="0" i="0" sz="2400" u="none" cap="none" strike="noStrike">
              <a:latin typeface="Arial"/>
              <a:ea typeface="Arial"/>
              <a:cs typeface="Arial"/>
              <a:sym typeface="Arial"/>
            </a:endParaRPr>
          </a:p>
          <a:p>
            <a:pPr indent="-121920" lvl="1" marL="0" marR="0" rtl="0" algn="l">
              <a:lnSpc>
                <a:spcPct val="80000"/>
              </a:lnSpc>
              <a:spcBef>
                <a:spcPts val="479"/>
              </a:spcBef>
              <a:spcAft>
                <a:spcPts val="0"/>
              </a:spcAft>
              <a:buClr>
                <a:srgbClr val="7FD13B"/>
              </a:buClr>
              <a:buSzPts val="192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Light Pollution Reduction</a:t>
            </a:r>
            <a:endParaRPr b="0" i="0" sz="2400" u="none" cap="none" strike="noStrike">
              <a:latin typeface="Arial"/>
              <a:ea typeface="Arial"/>
              <a:cs typeface="Arial"/>
              <a:sym typeface="Arial"/>
            </a:endParaRP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478" name="Shape 478"/>
        <p:cNvGrpSpPr/>
        <p:nvPr/>
      </p:nvGrpSpPr>
      <p:grpSpPr>
        <a:xfrm>
          <a:off x="0" y="0"/>
          <a:ext cx="0" cy="0"/>
          <a:chOff x="0" y="0"/>
          <a:chExt cx="0" cy="0"/>
        </a:xfrm>
      </p:grpSpPr>
      <p:sp>
        <p:nvSpPr>
          <p:cNvPr id="479" name="Google Shape;479;p93"/>
          <p:cNvSpPr txBox="1"/>
          <p:nvPr/>
        </p:nvSpPr>
        <p:spPr>
          <a:xfrm>
            <a:off x="457200" y="274680"/>
            <a:ext cx="7467120" cy="1142640"/>
          </a:xfrm>
          <a:prstGeom prst="rect">
            <a:avLst/>
          </a:prstGeom>
          <a:noFill/>
          <a:ln>
            <a:noFill/>
          </a:ln>
        </p:spPr>
        <p:txBody>
          <a:bodyPr anchorCtr="0" anchor="b" bIns="45000" lIns="90000" spcFirstLastPara="1" rIns="90000" wrap="square" tIns="45000">
            <a:noAutofit/>
          </a:bodyPr>
          <a:lstStyle/>
          <a:p>
            <a:pPr indent="0" lvl="0" marL="0" marR="0" rtl="0" algn="l">
              <a:lnSpc>
                <a:spcPct val="100000"/>
              </a:lnSpc>
              <a:spcBef>
                <a:spcPts val="0"/>
              </a:spcBef>
              <a:spcAft>
                <a:spcPts val="0"/>
              </a:spcAft>
              <a:buNone/>
            </a:pPr>
            <a:r>
              <a:rPr b="0" i="0" lang="en-US" sz="3400" u="none" cap="small" strike="noStrike">
                <a:solidFill>
                  <a:srgbClr val="4E5B6F"/>
                </a:solidFill>
                <a:latin typeface="Century Schoolbook"/>
                <a:ea typeface="Century Schoolbook"/>
                <a:cs typeface="Century Schoolbook"/>
                <a:sym typeface="Century Schoolbook"/>
              </a:rPr>
              <a:t>LEED Basics – Category Examples</a:t>
            </a:r>
            <a:endParaRPr b="0" i="0" sz="3400" u="none" cap="none" strike="noStrike">
              <a:latin typeface="Arial"/>
              <a:ea typeface="Arial"/>
              <a:cs typeface="Arial"/>
              <a:sym typeface="Arial"/>
            </a:endParaRPr>
          </a:p>
        </p:txBody>
      </p:sp>
      <p:sp>
        <p:nvSpPr>
          <p:cNvPr id="480" name="Google Shape;480;p93"/>
          <p:cNvSpPr txBox="1"/>
          <p:nvPr/>
        </p:nvSpPr>
        <p:spPr>
          <a:xfrm>
            <a:off x="457200" y="1600200"/>
            <a:ext cx="7467120" cy="4873320"/>
          </a:xfrm>
          <a:prstGeom prst="rect">
            <a:avLst/>
          </a:prstGeom>
          <a:noFill/>
          <a:ln>
            <a:noFill/>
          </a:ln>
        </p:spPr>
        <p:txBody>
          <a:bodyPr anchorCtr="0" anchor="t" bIns="45000" lIns="90000" spcFirstLastPara="1" rIns="90000" wrap="square" tIns="45000">
            <a:normAutofit/>
          </a:bodyPr>
          <a:lstStyle/>
          <a:p>
            <a:pPr indent="-106680" lvl="0" marL="0" marR="0" rtl="0" algn="l">
              <a:lnSpc>
                <a:spcPct val="100000"/>
              </a:lnSpc>
              <a:spcBef>
                <a:spcPts val="0"/>
              </a:spcBef>
              <a:spcAft>
                <a:spcPts val="0"/>
              </a:spcAft>
              <a:buClr>
                <a:srgbClr val="7FD13B"/>
              </a:buClr>
              <a:buSzPts val="168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Water Efficiency</a:t>
            </a:r>
            <a:endParaRPr b="0" i="0" sz="2400" u="none" cap="none" strike="noStrike">
              <a:latin typeface="Arial"/>
              <a:ea typeface="Arial"/>
              <a:cs typeface="Arial"/>
              <a:sym typeface="Arial"/>
            </a:endParaRPr>
          </a:p>
          <a:p>
            <a:pPr indent="-106680" lvl="1" marL="0" marR="0" rtl="0" algn="l">
              <a:lnSpc>
                <a:spcPct val="100000"/>
              </a:lnSpc>
              <a:spcBef>
                <a:spcPts val="420"/>
              </a:spcBef>
              <a:spcAft>
                <a:spcPts val="0"/>
              </a:spcAft>
              <a:buClr>
                <a:srgbClr val="7FD13B"/>
              </a:buClr>
              <a:buSzPts val="1680"/>
              <a:buFont typeface="Noto Sans Symbols"/>
              <a:buChar char="⚫"/>
            </a:pPr>
            <a:r>
              <a:rPr b="0" i="0" lang="en-US" sz="2100" u="none" cap="none" strike="noStrike">
                <a:solidFill>
                  <a:srgbClr val="000000"/>
                </a:solidFill>
                <a:latin typeface="Century Schoolbook"/>
                <a:ea typeface="Century Schoolbook"/>
                <a:cs typeface="Century Schoolbook"/>
                <a:sym typeface="Century Schoolbook"/>
              </a:rPr>
              <a:t>Water Use Reduction</a:t>
            </a:r>
            <a:endParaRPr b="0" i="0" sz="2100" u="none" cap="none" strike="noStrike">
              <a:latin typeface="Arial"/>
              <a:ea typeface="Arial"/>
              <a:cs typeface="Arial"/>
              <a:sym typeface="Arial"/>
            </a:endParaRPr>
          </a:p>
          <a:p>
            <a:pPr indent="-106680" lvl="1" marL="0" marR="0" rtl="0" algn="l">
              <a:lnSpc>
                <a:spcPct val="100000"/>
              </a:lnSpc>
              <a:spcBef>
                <a:spcPts val="420"/>
              </a:spcBef>
              <a:spcAft>
                <a:spcPts val="0"/>
              </a:spcAft>
              <a:buClr>
                <a:srgbClr val="7FD13B"/>
              </a:buClr>
              <a:buSzPts val="1680"/>
              <a:buFont typeface="Noto Sans Symbols"/>
              <a:buChar char="⚫"/>
            </a:pPr>
            <a:r>
              <a:rPr b="0" i="0" lang="en-US" sz="2100" u="none" cap="none" strike="noStrike">
                <a:solidFill>
                  <a:srgbClr val="000000"/>
                </a:solidFill>
                <a:latin typeface="Century Schoolbook"/>
                <a:ea typeface="Century Schoolbook"/>
                <a:cs typeface="Century Schoolbook"/>
                <a:sym typeface="Century Schoolbook"/>
              </a:rPr>
              <a:t>Water Efficient Landscaping</a:t>
            </a:r>
            <a:endParaRPr b="0" i="0" sz="2100" u="none" cap="none" strike="noStrike">
              <a:latin typeface="Arial"/>
              <a:ea typeface="Arial"/>
              <a:cs typeface="Arial"/>
              <a:sym typeface="Arial"/>
            </a:endParaRPr>
          </a:p>
          <a:p>
            <a:pPr indent="-106680" lvl="1" marL="0" marR="0" rtl="0" algn="l">
              <a:lnSpc>
                <a:spcPct val="100000"/>
              </a:lnSpc>
              <a:spcBef>
                <a:spcPts val="420"/>
              </a:spcBef>
              <a:spcAft>
                <a:spcPts val="0"/>
              </a:spcAft>
              <a:buClr>
                <a:srgbClr val="7FD13B"/>
              </a:buClr>
              <a:buSzPts val="1680"/>
              <a:buFont typeface="Noto Sans Symbols"/>
              <a:buChar char="⚫"/>
            </a:pPr>
            <a:r>
              <a:rPr b="0" i="0" lang="en-US" sz="2100" u="none" cap="none" strike="noStrike">
                <a:solidFill>
                  <a:srgbClr val="000000"/>
                </a:solidFill>
                <a:latin typeface="Century Schoolbook"/>
                <a:ea typeface="Century Schoolbook"/>
                <a:cs typeface="Century Schoolbook"/>
                <a:sym typeface="Century Schoolbook"/>
              </a:rPr>
              <a:t>Innovative Wastewater Technology</a:t>
            </a:r>
            <a:endParaRPr b="0" i="0" sz="2100" u="none" cap="none" strike="noStrike">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485" name="Shape 485"/>
        <p:cNvGrpSpPr/>
        <p:nvPr/>
      </p:nvGrpSpPr>
      <p:grpSpPr>
        <a:xfrm>
          <a:off x="0" y="0"/>
          <a:ext cx="0" cy="0"/>
          <a:chOff x="0" y="0"/>
          <a:chExt cx="0" cy="0"/>
        </a:xfrm>
      </p:grpSpPr>
      <p:sp>
        <p:nvSpPr>
          <p:cNvPr id="486" name="Google Shape;486;p94"/>
          <p:cNvSpPr txBox="1"/>
          <p:nvPr/>
        </p:nvSpPr>
        <p:spPr>
          <a:xfrm>
            <a:off x="457200" y="274680"/>
            <a:ext cx="7467120" cy="1142640"/>
          </a:xfrm>
          <a:prstGeom prst="rect">
            <a:avLst/>
          </a:prstGeom>
          <a:noFill/>
          <a:ln>
            <a:noFill/>
          </a:ln>
        </p:spPr>
        <p:txBody>
          <a:bodyPr anchorCtr="0" anchor="b" bIns="45000" lIns="90000" spcFirstLastPara="1" rIns="90000" wrap="square" tIns="45000">
            <a:noAutofit/>
          </a:bodyPr>
          <a:lstStyle/>
          <a:p>
            <a:pPr indent="0" lvl="0" marL="0" marR="0" rtl="0" algn="l">
              <a:lnSpc>
                <a:spcPct val="100000"/>
              </a:lnSpc>
              <a:spcBef>
                <a:spcPts val="0"/>
              </a:spcBef>
              <a:spcAft>
                <a:spcPts val="0"/>
              </a:spcAft>
              <a:buNone/>
            </a:pPr>
            <a:r>
              <a:rPr b="0" i="0" lang="en-US" sz="3400" u="none" cap="small" strike="noStrike">
                <a:solidFill>
                  <a:srgbClr val="4E5B6F"/>
                </a:solidFill>
                <a:latin typeface="Century Schoolbook"/>
                <a:ea typeface="Century Schoolbook"/>
                <a:cs typeface="Century Schoolbook"/>
                <a:sym typeface="Century Schoolbook"/>
              </a:rPr>
              <a:t>LEED Basics – Category Examples</a:t>
            </a:r>
            <a:endParaRPr b="0" i="0" sz="3400" u="none" cap="none" strike="noStrike">
              <a:latin typeface="Arial"/>
              <a:ea typeface="Arial"/>
              <a:cs typeface="Arial"/>
              <a:sym typeface="Arial"/>
            </a:endParaRPr>
          </a:p>
        </p:txBody>
      </p:sp>
      <p:sp>
        <p:nvSpPr>
          <p:cNvPr id="487" name="Google Shape;487;p94"/>
          <p:cNvSpPr txBox="1"/>
          <p:nvPr/>
        </p:nvSpPr>
        <p:spPr>
          <a:xfrm>
            <a:off x="457200" y="1600200"/>
            <a:ext cx="7467120" cy="4873320"/>
          </a:xfrm>
          <a:prstGeom prst="rect">
            <a:avLst/>
          </a:prstGeom>
          <a:noFill/>
          <a:ln>
            <a:noFill/>
          </a:ln>
        </p:spPr>
        <p:txBody>
          <a:bodyPr anchorCtr="0" anchor="t" bIns="45000" lIns="90000" spcFirstLastPara="1" rIns="90000" wrap="square" tIns="45000">
            <a:normAutofit/>
          </a:bodyPr>
          <a:lstStyle/>
          <a:p>
            <a:pPr indent="-106680" lvl="0" marL="0" marR="0" rtl="0" algn="l">
              <a:lnSpc>
                <a:spcPct val="100000"/>
              </a:lnSpc>
              <a:spcBef>
                <a:spcPts val="0"/>
              </a:spcBef>
              <a:spcAft>
                <a:spcPts val="0"/>
              </a:spcAft>
              <a:buClr>
                <a:srgbClr val="7FD13B"/>
              </a:buClr>
              <a:buSzPts val="168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Energy &amp; Atmosphere (EA)</a:t>
            </a:r>
            <a:endParaRPr b="0" i="0" sz="2400" u="none" cap="none" strike="noStrike">
              <a:latin typeface="Arial"/>
              <a:ea typeface="Arial"/>
              <a:cs typeface="Arial"/>
              <a:sym typeface="Arial"/>
            </a:endParaRPr>
          </a:p>
          <a:p>
            <a:pPr indent="-106680" lvl="1" marL="0" marR="0" rtl="0" algn="l">
              <a:lnSpc>
                <a:spcPct val="100000"/>
              </a:lnSpc>
              <a:spcBef>
                <a:spcPts val="420"/>
              </a:spcBef>
              <a:spcAft>
                <a:spcPts val="0"/>
              </a:spcAft>
              <a:buClr>
                <a:srgbClr val="7FD13B"/>
              </a:buClr>
              <a:buSzPts val="1680"/>
              <a:buFont typeface="Noto Sans Symbols"/>
              <a:buChar char="⚫"/>
            </a:pPr>
            <a:r>
              <a:rPr b="0" i="0" lang="en-US" sz="2100" u="none" cap="none" strike="noStrike">
                <a:solidFill>
                  <a:srgbClr val="000000"/>
                </a:solidFill>
                <a:latin typeface="Century Schoolbook"/>
                <a:ea typeface="Century Schoolbook"/>
                <a:cs typeface="Century Schoolbook"/>
                <a:sym typeface="Century Schoolbook"/>
              </a:rPr>
              <a:t>Energy Efficiency</a:t>
            </a:r>
            <a:endParaRPr b="0" i="0" sz="2100" u="none" cap="none" strike="noStrike">
              <a:latin typeface="Arial"/>
              <a:ea typeface="Arial"/>
              <a:cs typeface="Arial"/>
              <a:sym typeface="Arial"/>
            </a:endParaRPr>
          </a:p>
          <a:p>
            <a:pPr indent="-106680" lvl="1" marL="0" marR="0" rtl="0" algn="l">
              <a:lnSpc>
                <a:spcPct val="100000"/>
              </a:lnSpc>
              <a:spcBef>
                <a:spcPts val="420"/>
              </a:spcBef>
              <a:spcAft>
                <a:spcPts val="0"/>
              </a:spcAft>
              <a:buClr>
                <a:srgbClr val="7FD13B"/>
              </a:buClr>
              <a:buSzPts val="1680"/>
              <a:buFont typeface="Noto Sans Symbols"/>
              <a:buChar char="⚫"/>
            </a:pPr>
            <a:r>
              <a:rPr b="0" i="0" lang="en-US" sz="2100" u="none" cap="none" strike="noStrike">
                <a:solidFill>
                  <a:srgbClr val="000000"/>
                </a:solidFill>
                <a:latin typeface="Century Schoolbook"/>
                <a:ea typeface="Century Schoolbook"/>
                <a:cs typeface="Century Schoolbook"/>
                <a:sym typeface="Century Schoolbook"/>
              </a:rPr>
              <a:t>Renewable Energy</a:t>
            </a:r>
            <a:endParaRPr b="0" i="0" sz="2100" u="none" cap="none" strike="noStrike">
              <a:latin typeface="Arial"/>
              <a:ea typeface="Arial"/>
              <a:cs typeface="Arial"/>
              <a:sym typeface="Arial"/>
            </a:endParaRPr>
          </a:p>
          <a:p>
            <a:pPr indent="-106680" lvl="1" marL="0" marR="0" rtl="0" algn="l">
              <a:lnSpc>
                <a:spcPct val="100000"/>
              </a:lnSpc>
              <a:spcBef>
                <a:spcPts val="420"/>
              </a:spcBef>
              <a:spcAft>
                <a:spcPts val="0"/>
              </a:spcAft>
              <a:buClr>
                <a:srgbClr val="7FD13B"/>
              </a:buClr>
              <a:buSzPts val="1680"/>
              <a:buFont typeface="Noto Sans Symbols"/>
              <a:buChar char="⚫"/>
            </a:pPr>
            <a:r>
              <a:rPr b="0" i="0" lang="en-US" sz="2100" u="none" cap="none" strike="noStrike">
                <a:solidFill>
                  <a:srgbClr val="000000"/>
                </a:solidFill>
                <a:latin typeface="Century Schoolbook"/>
                <a:ea typeface="Century Schoolbook"/>
                <a:cs typeface="Century Schoolbook"/>
                <a:sym typeface="Century Schoolbook"/>
              </a:rPr>
              <a:t>Building Commissioning</a:t>
            </a:r>
            <a:endParaRPr b="0" i="0" sz="2100" u="none" cap="none" strike="noStrike">
              <a:latin typeface="Arial"/>
              <a:ea typeface="Arial"/>
              <a:cs typeface="Arial"/>
              <a:sym typeface="Arial"/>
            </a:endParaRP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492" name="Shape 492"/>
        <p:cNvGrpSpPr/>
        <p:nvPr/>
      </p:nvGrpSpPr>
      <p:grpSpPr>
        <a:xfrm>
          <a:off x="0" y="0"/>
          <a:ext cx="0" cy="0"/>
          <a:chOff x="0" y="0"/>
          <a:chExt cx="0" cy="0"/>
        </a:xfrm>
      </p:grpSpPr>
      <p:sp>
        <p:nvSpPr>
          <p:cNvPr id="493" name="Google Shape;493;p95"/>
          <p:cNvSpPr txBox="1"/>
          <p:nvPr/>
        </p:nvSpPr>
        <p:spPr>
          <a:xfrm>
            <a:off x="457200" y="274680"/>
            <a:ext cx="7467120" cy="1142640"/>
          </a:xfrm>
          <a:prstGeom prst="rect">
            <a:avLst/>
          </a:prstGeom>
          <a:noFill/>
          <a:ln>
            <a:noFill/>
          </a:ln>
        </p:spPr>
        <p:txBody>
          <a:bodyPr anchorCtr="0" anchor="b" bIns="45000" lIns="90000" spcFirstLastPara="1" rIns="90000" wrap="square" tIns="45000">
            <a:noAutofit/>
          </a:bodyPr>
          <a:lstStyle/>
          <a:p>
            <a:pPr indent="0" lvl="0" marL="0" marR="0" rtl="0" algn="l">
              <a:lnSpc>
                <a:spcPct val="100000"/>
              </a:lnSpc>
              <a:spcBef>
                <a:spcPts val="0"/>
              </a:spcBef>
              <a:spcAft>
                <a:spcPts val="0"/>
              </a:spcAft>
              <a:buNone/>
            </a:pPr>
            <a:r>
              <a:rPr b="0" i="0" lang="en-US" sz="3400" u="none" cap="small" strike="noStrike">
                <a:solidFill>
                  <a:srgbClr val="4E5B6F"/>
                </a:solidFill>
                <a:latin typeface="Century Schoolbook"/>
                <a:ea typeface="Century Schoolbook"/>
                <a:cs typeface="Century Schoolbook"/>
                <a:sym typeface="Century Schoolbook"/>
              </a:rPr>
              <a:t>LEED Basics – Category Examples</a:t>
            </a:r>
            <a:endParaRPr b="0" i="0" sz="3400" u="none" cap="none" strike="noStrike">
              <a:latin typeface="Arial"/>
              <a:ea typeface="Arial"/>
              <a:cs typeface="Arial"/>
              <a:sym typeface="Arial"/>
            </a:endParaRPr>
          </a:p>
        </p:txBody>
      </p:sp>
      <p:sp>
        <p:nvSpPr>
          <p:cNvPr id="494" name="Google Shape;494;p95"/>
          <p:cNvSpPr txBox="1"/>
          <p:nvPr/>
        </p:nvSpPr>
        <p:spPr>
          <a:xfrm>
            <a:off x="457200" y="1600200"/>
            <a:ext cx="7467120" cy="4873320"/>
          </a:xfrm>
          <a:prstGeom prst="rect">
            <a:avLst/>
          </a:prstGeom>
          <a:noFill/>
          <a:ln>
            <a:noFill/>
          </a:ln>
        </p:spPr>
        <p:txBody>
          <a:bodyPr anchorCtr="0" anchor="t" bIns="45000" lIns="90000" spcFirstLastPara="1" rIns="90000" wrap="square" tIns="45000">
            <a:normAutofit/>
          </a:bodyPr>
          <a:lstStyle/>
          <a:p>
            <a:pPr indent="-124460" lvl="0" marL="0" marR="0" rtl="0" algn="l">
              <a:lnSpc>
                <a:spcPct val="90000"/>
              </a:lnSpc>
              <a:spcBef>
                <a:spcPts val="0"/>
              </a:spcBef>
              <a:spcAft>
                <a:spcPts val="0"/>
              </a:spcAft>
              <a:buClr>
                <a:srgbClr val="7FD13B"/>
              </a:buClr>
              <a:buSzPts val="196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Materials &amp; Resources (MR)</a:t>
            </a:r>
            <a:endParaRPr b="0" i="0" sz="2800" u="none" cap="none" strike="noStrike">
              <a:latin typeface="Arial"/>
              <a:ea typeface="Arial"/>
              <a:cs typeface="Arial"/>
              <a:sym typeface="Arial"/>
            </a:endParaRPr>
          </a:p>
          <a:p>
            <a:pPr indent="-121920" lvl="1" marL="0" marR="0" rtl="0" algn="l">
              <a:lnSpc>
                <a:spcPct val="90000"/>
              </a:lnSpc>
              <a:spcBef>
                <a:spcPts val="479"/>
              </a:spcBef>
              <a:spcAft>
                <a:spcPts val="0"/>
              </a:spcAft>
              <a:buClr>
                <a:srgbClr val="7FD13B"/>
              </a:buClr>
              <a:buSzPts val="192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Building Reuse</a:t>
            </a:r>
            <a:endParaRPr b="0" i="0" sz="2400" u="none" cap="none" strike="noStrike">
              <a:latin typeface="Arial"/>
              <a:ea typeface="Arial"/>
              <a:cs typeface="Arial"/>
              <a:sym typeface="Arial"/>
            </a:endParaRPr>
          </a:p>
          <a:p>
            <a:pPr indent="-121920" lvl="1" marL="0" marR="0" rtl="0" algn="l">
              <a:lnSpc>
                <a:spcPct val="90000"/>
              </a:lnSpc>
              <a:spcBef>
                <a:spcPts val="479"/>
              </a:spcBef>
              <a:spcAft>
                <a:spcPts val="0"/>
              </a:spcAft>
              <a:buClr>
                <a:srgbClr val="7FD13B"/>
              </a:buClr>
              <a:buSzPts val="192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Construction Waste Management</a:t>
            </a:r>
            <a:endParaRPr b="0" i="0" sz="2400" u="none" cap="none" strike="noStrike">
              <a:latin typeface="Arial"/>
              <a:ea typeface="Arial"/>
              <a:cs typeface="Arial"/>
              <a:sym typeface="Arial"/>
            </a:endParaRPr>
          </a:p>
          <a:p>
            <a:pPr indent="-121920" lvl="1" marL="0" marR="0" rtl="0" algn="l">
              <a:lnSpc>
                <a:spcPct val="90000"/>
              </a:lnSpc>
              <a:spcBef>
                <a:spcPts val="479"/>
              </a:spcBef>
              <a:spcAft>
                <a:spcPts val="0"/>
              </a:spcAft>
              <a:buClr>
                <a:srgbClr val="7FD13B"/>
              </a:buClr>
              <a:buSzPts val="192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Materials Reuse</a:t>
            </a:r>
            <a:endParaRPr b="0" i="0" sz="2400" u="none" cap="none" strike="noStrike">
              <a:latin typeface="Arial"/>
              <a:ea typeface="Arial"/>
              <a:cs typeface="Arial"/>
              <a:sym typeface="Arial"/>
            </a:endParaRPr>
          </a:p>
          <a:p>
            <a:pPr indent="-121920" lvl="1" marL="0" marR="0" rtl="0" algn="l">
              <a:lnSpc>
                <a:spcPct val="90000"/>
              </a:lnSpc>
              <a:spcBef>
                <a:spcPts val="479"/>
              </a:spcBef>
              <a:spcAft>
                <a:spcPts val="0"/>
              </a:spcAft>
              <a:buClr>
                <a:srgbClr val="7FD13B"/>
              </a:buClr>
              <a:buSzPts val="192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Recycled Materials</a:t>
            </a:r>
            <a:endParaRPr b="0" i="0" sz="2400" u="none" cap="none" strike="noStrike">
              <a:latin typeface="Arial"/>
              <a:ea typeface="Arial"/>
              <a:cs typeface="Arial"/>
              <a:sym typeface="Arial"/>
            </a:endParaRPr>
          </a:p>
          <a:p>
            <a:pPr indent="-121920" lvl="1" marL="0" marR="0" rtl="0" algn="l">
              <a:lnSpc>
                <a:spcPct val="90000"/>
              </a:lnSpc>
              <a:spcBef>
                <a:spcPts val="479"/>
              </a:spcBef>
              <a:spcAft>
                <a:spcPts val="0"/>
              </a:spcAft>
              <a:buClr>
                <a:srgbClr val="7FD13B"/>
              </a:buClr>
              <a:buSzPts val="192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Regional Materials</a:t>
            </a:r>
            <a:endParaRPr b="0" i="0" sz="2400" u="none" cap="none" strike="noStrike">
              <a:latin typeface="Arial"/>
              <a:ea typeface="Arial"/>
              <a:cs typeface="Arial"/>
              <a:sym typeface="Arial"/>
            </a:endParaRPr>
          </a:p>
          <a:p>
            <a:pPr indent="-121920" lvl="1" marL="0" marR="0" rtl="0" algn="l">
              <a:lnSpc>
                <a:spcPct val="90000"/>
              </a:lnSpc>
              <a:spcBef>
                <a:spcPts val="479"/>
              </a:spcBef>
              <a:spcAft>
                <a:spcPts val="0"/>
              </a:spcAft>
              <a:buClr>
                <a:srgbClr val="7FD13B"/>
              </a:buClr>
              <a:buSzPts val="192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Rapidly Renewing Materials</a:t>
            </a:r>
            <a:endParaRPr b="0" i="0" sz="2400" u="none" cap="none" strike="noStrike">
              <a:latin typeface="Arial"/>
              <a:ea typeface="Arial"/>
              <a:cs typeface="Arial"/>
              <a:sym typeface="Arial"/>
            </a:endParaRPr>
          </a:p>
          <a:p>
            <a:pPr indent="-121920" lvl="1" marL="0" marR="0" rtl="0" algn="l">
              <a:lnSpc>
                <a:spcPct val="90000"/>
              </a:lnSpc>
              <a:spcBef>
                <a:spcPts val="479"/>
              </a:spcBef>
              <a:spcAft>
                <a:spcPts val="0"/>
              </a:spcAft>
              <a:buClr>
                <a:srgbClr val="7FD13B"/>
              </a:buClr>
              <a:buSzPts val="192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Certified Wood</a:t>
            </a:r>
            <a:endParaRPr b="0" i="0" sz="2400" u="none" cap="none" strike="noStrike">
              <a:latin typeface="Arial"/>
              <a:ea typeface="Arial"/>
              <a:cs typeface="Arial"/>
              <a:sym typeface="Arial"/>
            </a:endParaRPr>
          </a:p>
          <a:p>
            <a:pPr indent="0" lvl="0" marL="0" marR="0" rtl="0" algn="l">
              <a:lnSpc>
                <a:spcPct val="90000"/>
              </a:lnSpc>
              <a:spcBef>
                <a:spcPts val="601"/>
              </a:spcBef>
              <a:spcAft>
                <a:spcPts val="0"/>
              </a:spcAft>
              <a:buNone/>
            </a:pPr>
            <a:r>
              <a:rPr b="0" i="0" lang="en-US" sz="2800" u="none" cap="none" strike="noStrike">
                <a:solidFill>
                  <a:srgbClr val="000000"/>
                </a:solidFill>
                <a:latin typeface="Century Schoolbook"/>
                <a:ea typeface="Century Schoolbook"/>
                <a:cs typeface="Century Schoolbook"/>
                <a:sym typeface="Century Schoolbook"/>
              </a:rPr>
              <a:t> </a:t>
            </a:r>
            <a:endParaRPr b="0" i="0" sz="2800" u="none" cap="none" strike="noStrike">
              <a:latin typeface="Arial"/>
              <a:ea typeface="Arial"/>
              <a:cs typeface="Arial"/>
              <a:sym typeface="Arial"/>
            </a:endParaRP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499" name="Shape 499"/>
        <p:cNvGrpSpPr/>
        <p:nvPr/>
      </p:nvGrpSpPr>
      <p:grpSpPr>
        <a:xfrm>
          <a:off x="0" y="0"/>
          <a:ext cx="0" cy="0"/>
          <a:chOff x="0" y="0"/>
          <a:chExt cx="0" cy="0"/>
        </a:xfrm>
      </p:grpSpPr>
      <p:sp>
        <p:nvSpPr>
          <p:cNvPr id="500" name="Google Shape;500;p96"/>
          <p:cNvSpPr txBox="1"/>
          <p:nvPr/>
        </p:nvSpPr>
        <p:spPr>
          <a:xfrm>
            <a:off x="457200" y="274680"/>
            <a:ext cx="7467120" cy="1142640"/>
          </a:xfrm>
          <a:prstGeom prst="rect">
            <a:avLst/>
          </a:prstGeom>
          <a:noFill/>
          <a:ln>
            <a:noFill/>
          </a:ln>
        </p:spPr>
        <p:txBody>
          <a:bodyPr anchorCtr="0" anchor="b" bIns="45000" lIns="90000" spcFirstLastPara="1" rIns="90000" wrap="square" tIns="45000">
            <a:noAutofit/>
          </a:bodyPr>
          <a:lstStyle/>
          <a:p>
            <a:pPr indent="0" lvl="0" marL="0" marR="0" rtl="0" algn="l">
              <a:lnSpc>
                <a:spcPct val="100000"/>
              </a:lnSpc>
              <a:spcBef>
                <a:spcPts val="0"/>
              </a:spcBef>
              <a:spcAft>
                <a:spcPts val="0"/>
              </a:spcAft>
              <a:buNone/>
            </a:pPr>
            <a:r>
              <a:rPr b="0" i="0" lang="en-US" sz="3400" u="none" cap="small" strike="noStrike">
                <a:solidFill>
                  <a:srgbClr val="4E5B6F"/>
                </a:solidFill>
                <a:latin typeface="Century Schoolbook"/>
                <a:ea typeface="Century Schoolbook"/>
                <a:cs typeface="Century Schoolbook"/>
                <a:sym typeface="Century Schoolbook"/>
              </a:rPr>
              <a:t>LEED Basics – Category Examples</a:t>
            </a:r>
            <a:endParaRPr b="0" i="0" sz="3400" u="none" cap="none" strike="noStrike">
              <a:latin typeface="Arial"/>
              <a:ea typeface="Arial"/>
              <a:cs typeface="Arial"/>
              <a:sym typeface="Arial"/>
            </a:endParaRPr>
          </a:p>
        </p:txBody>
      </p:sp>
      <p:sp>
        <p:nvSpPr>
          <p:cNvPr id="501" name="Google Shape;501;p96"/>
          <p:cNvSpPr txBox="1"/>
          <p:nvPr/>
        </p:nvSpPr>
        <p:spPr>
          <a:xfrm>
            <a:off x="457200" y="1600200"/>
            <a:ext cx="7467120" cy="4873320"/>
          </a:xfrm>
          <a:prstGeom prst="rect">
            <a:avLst/>
          </a:prstGeom>
          <a:noFill/>
          <a:ln>
            <a:noFill/>
          </a:ln>
        </p:spPr>
        <p:txBody>
          <a:bodyPr anchorCtr="0" anchor="t" bIns="45000" lIns="90000" spcFirstLastPara="1" rIns="90000" wrap="square" tIns="45000">
            <a:normAutofit/>
          </a:bodyPr>
          <a:lstStyle/>
          <a:p>
            <a:pPr indent="-106680" lvl="0" marL="0" marR="0" rtl="0" algn="l">
              <a:lnSpc>
                <a:spcPct val="100000"/>
              </a:lnSpc>
              <a:spcBef>
                <a:spcPts val="0"/>
              </a:spcBef>
              <a:spcAft>
                <a:spcPts val="0"/>
              </a:spcAft>
              <a:buClr>
                <a:srgbClr val="7FD13B"/>
              </a:buClr>
              <a:buSzPts val="168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Indoor Environmental Quality (EQ)</a:t>
            </a:r>
            <a:endParaRPr b="0" i="0" sz="2400" u="none" cap="none" strike="noStrike">
              <a:latin typeface="Arial"/>
              <a:ea typeface="Arial"/>
              <a:cs typeface="Arial"/>
              <a:sym typeface="Arial"/>
            </a:endParaRPr>
          </a:p>
          <a:p>
            <a:pPr indent="-106680" lvl="1" marL="0" marR="0" rtl="0" algn="l">
              <a:lnSpc>
                <a:spcPct val="100000"/>
              </a:lnSpc>
              <a:spcBef>
                <a:spcPts val="420"/>
              </a:spcBef>
              <a:spcAft>
                <a:spcPts val="0"/>
              </a:spcAft>
              <a:buClr>
                <a:srgbClr val="7FD13B"/>
              </a:buClr>
              <a:buSzPts val="1680"/>
              <a:buFont typeface="Noto Sans Symbols"/>
              <a:buChar char="⚫"/>
            </a:pPr>
            <a:r>
              <a:rPr b="0" i="0" lang="en-US" sz="2100" u="none" cap="none" strike="noStrike">
                <a:solidFill>
                  <a:srgbClr val="000000"/>
                </a:solidFill>
                <a:latin typeface="Century Schoolbook"/>
                <a:ea typeface="Century Schoolbook"/>
                <a:cs typeface="Century Schoolbook"/>
                <a:sym typeface="Century Schoolbook"/>
              </a:rPr>
              <a:t>Ventilation</a:t>
            </a:r>
            <a:endParaRPr b="0" i="0" sz="2100" u="none" cap="none" strike="noStrike">
              <a:latin typeface="Arial"/>
              <a:ea typeface="Arial"/>
              <a:cs typeface="Arial"/>
              <a:sym typeface="Arial"/>
            </a:endParaRPr>
          </a:p>
          <a:p>
            <a:pPr indent="-106680" lvl="1" marL="0" marR="0" rtl="0" algn="l">
              <a:lnSpc>
                <a:spcPct val="100000"/>
              </a:lnSpc>
              <a:spcBef>
                <a:spcPts val="420"/>
              </a:spcBef>
              <a:spcAft>
                <a:spcPts val="0"/>
              </a:spcAft>
              <a:buClr>
                <a:srgbClr val="7FD13B"/>
              </a:buClr>
              <a:buSzPts val="1680"/>
              <a:buFont typeface="Noto Sans Symbols"/>
              <a:buChar char="⚫"/>
            </a:pPr>
            <a:r>
              <a:rPr b="0" i="0" lang="en-US" sz="2100" u="none" cap="none" strike="noStrike">
                <a:solidFill>
                  <a:srgbClr val="000000"/>
                </a:solidFill>
                <a:latin typeface="Century Schoolbook"/>
                <a:ea typeface="Century Schoolbook"/>
                <a:cs typeface="Century Schoolbook"/>
                <a:sym typeface="Century Schoolbook"/>
              </a:rPr>
              <a:t>Low-Emitting Materials</a:t>
            </a:r>
            <a:endParaRPr b="0" i="0" sz="2100" u="none" cap="none" strike="noStrike">
              <a:latin typeface="Arial"/>
              <a:ea typeface="Arial"/>
              <a:cs typeface="Arial"/>
              <a:sym typeface="Arial"/>
            </a:endParaRPr>
          </a:p>
          <a:p>
            <a:pPr indent="-106680" lvl="1" marL="0" marR="0" rtl="0" algn="l">
              <a:lnSpc>
                <a:spcPct val="100000"/>
              </a:lnSpc>
              <a:spcBef>
                <a:spcPts val="420"/>
              </a:spcBef>
              <a:spcAft>
                <a:spcPts val="0"/>
              </a:spcAft>
              <a:buClr>
                <a:srgbClr val="7FD13B"/>
              </a:buClr>
              <a:buSzPts val="1680"/>
              <a:buFont typeface="Noto Sans Symbols"/>
              <a:buChar char="⚫"/>
            </a:pPr>
            <a:r>
              <a:rPr b="0" i="0" lang="en-US" sz="2100" u="none" cap="none" strike="noStrike">
                <a:solidFill>
                  <a:srgbClr val="000000"/>
                </a:solidFill>
                <a:latin typeface="Century Schoolbook"/>
                <a:ea typeface="Century Schoolbook"/>
                <a:cs typeface="Century Schoolbook"/>
                <a:sym typeface="Century Schoolbook"/>
              </a:rPr>
              <a:t>Controllable Systems: Lighting - Thermal</a:t>
            </a:r>
            <a:endParaRPr b="0" i="0" sz="2100" u="none" cap="none" strike="noStrike">
              <a:latin typeface="Arial"/>
              <a:ea typeface="Arial"/>
              <a:cs typeface="Arial"/>
              <a:sym typeface="Arial"/>
            </a:endParaRPr>
          </a:p>
          <a:p>
            <a:pPr indent="-106680" lvl="1" marL="0" marR="0" rtl="0" algn="l">
              <a:lnSpc>
                <a:spcPct val="100000"/>
              </a:lnSpc>
              <a:spcBef>
                <a:spcPts val="420"/>
              </a:spcBef>
              <a:spcAft>
                <a:spcPts val="0"/>
              </a:spcAft>
              <a:buClr>
                <a:srgbClr val="7FD13B"/>
              </a:buClr>
              <a:buSzPts val="1680"/>
              <a:buFont typeface="Noto Sans Symbols"/>
              <a:buChar char="⚫"/>
            </a:pPr>
            <a:r>
              <a:rPr b="0" i="0" lang="en-US" sz="2100" u="none" cap="none" strike="noStrike">
                <a:solidFill>
                  <a:srgbClr val="000000"/>
                </a:solidFill>
                <a:latin typeface="Century Schoolbook"/>
                <a:ea typeface="Century Schoolbook"/>
                <a:cs typeface="Century Schoolbook"/>
                <a:sym typeface="Century Schoolbook"/>
              </a:rPr>
              <a:t>Thermal Comfort</a:t>
            </a:r>
            <a:endParaRPr b="0" i="0" sz="2100" u="none" cap="none" strike="noStrike">
              <a:latin typeface="Arial"/>
              <a:ea typeface="Arial"/>
              <a:cs typeface="Arial"/>
              <a:sym typeface="Arial"/>
            </a:endParaRPr>
          </a:p>
          <a:p>
            <a:pPr indent="-106680" lvl="1" marL="0" marR="0" rtl="0" algn="l">
              <a:lnSpc>
                <a:spcPct val="100000"/>
              </a:lnSpc>
              <a:spcBef>
                <a:spcPts val="420"/>
              </a:spcBef>
              <a:spcAft>
                <a:spcPts val="0"/>
              </a:spcAft>
              <a:buClr>
                <a:srgbClr val="7FD13B"/>
              </a:buClr>
              <a:buSzPts val="1680"/>
              <a:buFont typeface="Noto Sans Symbols"/>
              <a:buChar char="⚫"/>
            </a:pPr>
            <a:r>
              <a:rPr b="0" i="0" lang="en-US" sz="2100" u="none" cap="none" strike="noStrike">
                <a:solidFill>
                  <a:srgbClr val="000000"/>
                </a:solidFill>
                <a:latin typeface="Century Schoolbook"/>
                <a:ea typeface="Century Schoolbook"/>
                <a:cs typeface="Century Schoolbook"/>
                <a:sym typeface="Century Schoolbook"/>
              </a:rPr>
              <a:t>Daylight &amp; Views</a:t>
            </a:r>
            <a:endParaRPr b="0" i="0" sz="2100" u="none" cap="none" strike="noStrike">
              <a:latin typeface="Arial"/>
              <a:ea typeface="Arial"/>
              <a:cs typeface="Arial"/>
              <a:sym typeface="Arial"/>
            </a:endParaRP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506" name="Shape 506"/>
        <p:cNvGrpSpPr/>
        <p:nvPr/>
      </p:nvGrpSpPr>
      <p:grpSpPr>
        <a:xfrm>
          <a:off x="0" y="0"/>
          <a:ext cx="0" cy="0"/>
          <a:chOff x="0" y="0"/>
          <a:chExt cx="0" cy="0"/>
        </a:xfrm>
      </p:grpSpPr>
      <p:sp>
        <p:nvSpPr>
          <p:cNvPr id="507" name="Google Shape;507;p97"/>
          <p:cNvSpPr txBox="1"/>
          <p:nvPr/>
        </p:nvSpPr>
        <p:spPr>
          <a:xfrm>
            <a:off x="839880" y="380880"/>
            <a:ext cx="7622640" cy="612360"/>
          </a:xfrm>
          <a:prstGeom prst="rect">
            <a:avLst/>
          </a:prstGeom>
          <a:noFill/>
          <a:ln>
            <a:noFill/>
          </a:ln>
        </p:spPr>
        <p:txBody>
          <a:bodyPr anchorCtr="0" anchor="b" bIns="45000" lIns="90000" spcFirstLastPara="1" rIns="90000" wrap="square" tIns="45000">
            <a:noAutofit/>
          </a:bodyPr>
          <a:lstStyle/>
          <a:p>
            <a:pPr indent="0" lvl="0" marL="0" marR="0" rtl="0" algn="l">
              <a:lnSpc>
                <a:spcPct val="100000"/>
              </a:lnSpc>
              <a:spcBef>
                <a:spcPts val="0"/>
              </a:spcBef>
              <a:spcAft>
                <a:spcPts val="0"/>
              </a:spcAft>
              <a:buNone/>
            </a:pPr>
            <a:r>
              <a:rPr b="0" i="0" lang="en-US" sz="3000" u="none" cap="small" strike="noStrike">
                <a:solidFill>
                  <a:srgbClr val="4E5B6F"/>
                </a:solidFill>
                <a:latin typeface="Century Schoolbook"/>
                <a:ea typeface="Century Schoolbook"/>
                <a:cs typeface="Century Schoolbook"/>
                <a:sym typeface="Century Schoolbook"/>
              </a:rPr>
              <a:t>LEED Basics – Certification</a:t>
            </a:r>
            <a:endParaRPr b="0" i="0" sz="3000" u="none" cap="none" strike="noStrike">
              <a:latin typeface="Arial"/>
              <a:ea typeface="Arial"/>
              <a:cs typeface="Arial"/>
              <a:sym typeface="Arial"/>
            </a:endParaRPr>
          </a:p>
        </p:txBody>
      </p:sp>
      <p:sp>
        <p:nvSpPr>
          <p:cNvPr id="508" name="Google Shape;508;p97"/>
          <p:cNvSpPr txBox="1"/>
          <p:nvPr/>
        </p:nvSpPr>
        <p:spPr>
          <a:xfrm>
            <a:off x="1214280" y="1800360"/>
            <a:ext cx="3771720" cy="3582720"/>
          </a:xfrm>
          <a:prstGeom prst="rect">
            <a:avLst/>
          </a:prstGeom>
          <a:noFill/>
          <a:ln>
            <a:noFill/>
          </a:ln>
        </p:spPr>
        <p:txBody>
          <a:bodyPr anchorCtr="0" anchor="t" bIns="45000" lIns="90000" spcFirstLastPara="1" rIns="90000" wrap="square" tIns="45000">
            <a:normAutofit/>
          </a:bodyPr>
          <a:lstStyle/>
          <a:p>
            <a:pPr indent="-106680" lvl="0" marL="0" marR="0" rtl="0" algn="l">
              <a:lnSpc>
                <a:spcPct val="100000"/>
              </a:lnSpc>
              <a:spcBef>
                <a:spcPts val="0"/>
              </a:spcBef>
              <a:spcAft>
                <a:spcPts val="0"/>
              </a:spcAft>
              <a:buClr>
                <a:srgbClr val="7FD13B"/>
              </a:buClr>
              <a:buSzPts val="1680"/>
              <a:buFont typeface="Noto Sans Symbols"/>
              <a:buChar char="🞆"/>
            </a:pPr>
            <a:r>
              <a:rPr b="0" i="0" lang="en-US" sz="2400" u="none" cap="none" strike="noStrike">
                <a:solidFill>
                  <a:srgbClr val="000000"/>
                </a:solidFill>
                <a:latin typeface="Century Schoolbook"/>
                <a:ea typeface="Century Schoolbook"/>
                <a:cs typeface="Century Schoolbook"/>
                <a:sym typeface="Century Schoolbook"/>
              </a:rPr>
              <a:t>Certification is dependent upon number of points earned</a:t>
            </a:r>
            <a:endParaRPr b="0" i="0" sz="2400" u="none" cap="none" strike="noStrike">
              <a:latin typeface="Arial"/>
              <a:ea typeface="Arial"/>
              <a:cs typeface="Arial"/>
              <a:sym typeface="Arial"/>
            </a:endParaRPr>
          </a:p>
        </p:txBody>
      </p:sp>
      <p:pic>
        <p:nvPicPr>
          <p:cNvPr id="509" name="Google Shape;509;p97"/>
          <p:cNvPicPr preferRelativeResize="0"/>
          <p:nvPr/>
        </p:nvPicPr>
        <p:blipFill rotWithShape="1">
          <a:blip r:embed="rId3">
            <a:alphaModFix/>
          </a:blip>
          <a:srcRect b="0" l="0" r="0" t="0"/>
          <a:stretch/>
        </p:blipFill>
        <p:spPr>
          <a:xfrm>
            <a:off x="5500800" y="1876320"/>
            <a:ext cx="3047760" cy="3428640"/>
          </a:xfrm>
          <a:prstGeom prst="rect">
            <a:avLst/>
          </a:prstGeom>
          <a:noFill/>
          <a:ln>
            <a:noFill/>
          </a:ln>
        </p:spPr>
      </p:pic>
    </p:spTree>
  </p:cSld>
  <p:clrMapOvr>
    <a:masterClrMapping/>
  </p:clrMapOvr>
  <p:transition>
    <p:fade/>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5" name="Shape 515"/>
        <p:cNvGrpSpPr/>
        <p:nvPr/>
      </p:nvGrpSpPr>
      <p:grpSpPr>
        <a:xfrm>
          <a:off x="0" y="0"/>
          <a:ext cx="0" cy="0"/>
          <a:chOff x="0" y="0"/>
          <a:chExt cx="0" cy="0"/>
        </a:xfrm>
      </p:grpSpPr>
      <p:sp>
        <p:nvSpPr>
          <p:cNvPr id="516" name="Google Shape;516;p98"/>
          <p:cNvSpPr txBox="1"/>
          <p:nvPr/>
        </p:nvSpPr>
        <p:spPr>
          <a:xfrm>
            <a:off x="457200" y="274680"/>
            <a:ext cx="7467120" cy="1142640"/>
          </a:xfrm>
          <a:prstGeom prst="rect">
            <a:avLst/>
          </a:prstGeom>
          <a:noFill/>
          <a:ln>
            <a:noFill/>
          </a:ln>
        </p:spPr>
        <p:txBody>
          <a:bodyPr anchorCtr="0" anchor="b" bIns="45000" lIns="90000" spcFirstLastPara="1" rIns="90000" wrap="square" tIns="45000">
            <a:normAutofit/>
          </a:bodyPr>
          <a:lstStyle/>
          <a:p>
            <a:pPr indent="0" lvl="0" marL="0" marR="0" rtl="0" algn="l">
              <a:lnSpc>
                <a:spcPct val="100000"/>
              </a:lnSpc>
              <a:spcBef>
                <a:spcPts val="0"/>
              </a:spcBef>
              <a:spcAft>
                <a:spcPts val="0"/>
              </a:spcAft>
              <a:buNone/>
            </a:pPr>
            <a:r>
              <a:rPr b="0" i="0" lang="en-US" sz="3000" u="none" cap="small" strike="noStrike">
                <a:solidFill>
                  <a:srgbClr val="4E5B6F"/>
                </a:solidFill>
                <a:latin typeface="Century Schoolbook"/>
                <a:ea typeface="Century Schoolbook"/>
                <a:cs typeface="Century Schoolbook"/>
                <a:sym typeface="Century Schoolbook"/>
              </a:rPr>
              <a:t>CERTIFICATION FOR GREEN BUILDINGS</a:t>
            </a:r>
            <a:endParaRPr b="0" i="0" sz="3000" u="none" cap="none" strike="noStrike">
              <a:latin typeface="Arial"/>
              <a:ea typeface="Arial"/>
              <a:cs typeface="Arial"/>
              <a:sym typeface="Arial"/>
            </a:endParaRPr>
          </a:p>
        </p:txBody>
      </p:sp>
      <p:graphicFrame>
        <p:nvGraphicFramePr>
          <p:cNvPr id="517" name="Google Shape;517;p98"/>
          <p:cNvGraphicFramePr/>
          <p:nvPr/>
        </p:nvGraphicFramePr>
        <p:xfrm>
          <a:off x="457200" y="1600200"/>
          <a:ext cx="3000000" cy="3000000"/>
        </p:xfrm>
        <a:graphic>
          <a:graphicData uri="http://schemas.openxmlformats.org/drawingml/2006/table">
            <a:tbl>
              <a:tblPr>
                <a:noFill/>
                <a:tableStyleId>{793C8678-DB29-47A9-9A68-DE1731B15676}</a:tableStyleId>
              </a:tblPr>
              <a:tblGrid>
                <a:gridCol w="3543125"/>
                <a:gridCol w="4500350"/>
              </a:tblGrid>
              <a:tr h="923400">
                <a:tc>
                  <a:txBody>
                    <a:bodyPr/>
                    <a:lstStyle/>
                    <a:p>
                      <a:pPr indent="0" lvl="0" marL="0" marR="0" rtl="0" algn="l">
                        <a:lnSpc>
                          <a:spcPct val="100000"/>
                        </a:lnSpc>
                        <a:spcBef>
                          <a:spcPts val="0"/>
                        </a:spcBef>
                        <a:spcAft>
                          <a:spcPts val="0"/>
                        </a:spcAft>
                        <a:buNone/>
                      </a:pPr>
                      <a:r>
                        <a:rPr b="1" lang="en-US" sz="2800" u="none" cap="none" strike="noStrike">
                          <a:solidFill>
                            <a:srgbClr val="FFFFFF"/>
                          </a:solidFill>
                          <a:latin typeface="Century Schoolbook"/>
                          <a:ea typeface="Century Schoolbook"/>
                          <a:cs typeface="Century Schoolbook"/>
                          <a:sym typeface="Century Schoolbook"/>
                        </a:rPr>
                        <a:t>LEED Rating Level</a:t>
                      </a:r>
                      <a:endParaRPr b="0" sz="28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1" lang="en-US" sz="2800" u="none" cap="none" strike="noStrike">
                          <a:solidFill>
                            <a:srgbClr val="FFFFFF"/>
                          </a:solidFill>
                          <a:latin typeface="Century Schoolbook"/>
                          <a:ea typeface="Century Schoolbook"/>
                          <a:cs typeface="Century Schoolbook"/>
                          <a:sym typeface="Century Schoolbook"/>
                        </a:rPr>
                        <a:t>Points required</a:t>
                      </a:r>
                      <a:endParaRPr b="0" sz="2800" u="none" cap="none" strike="noStrike">
                        <a:latin typeface="Arial"/>
                        <a:ea typeface="Arial"/>
                        <a:cs typeface="Arial"/>
                        <a:sym typeface="Arial"/>
                      </a:endParaRPr>
                    </a:p>
                  </a:txBody>
                  <a:tcPr marT="45725" marB="45725" marR="91450" marL="91450">
                    <a:solidFill>
                      <a:srgbClr val="4472C4"/>
                    </a:solidFill>
                  </a:tcPr>
                </a:tc>
              </a:tr>
              <a:tr h="840250">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LEED Certified</a:t>
                      </a:r>
                      <a:endParaRPr b="0" sz="28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26 to 32</a:t>
                      </a:r>
                      <a:endParaRPr b="0" sz="2800" u="none" cap="none" strike="noStrike">
                        <a:latin typeface="Arial"/>
                        <a:ea typeface="Arial"/>
                        <a:cs typeface="Arial"/>
                        <a:sym typeface="Arial"/>
                      </a:endParaRPr>
                    </a:p>
                  </a:txBody>
                  <a:tcPr marT="45725" marB="45725" marR="91450" marL="91450">
                    <a:solidFill>
                      <a:srgbClr val="4472C4"/>
                    </a:solidFill>
                  </a:tcPr>
                </a:tc>
              </a:tr>
              <a:tr h="840250">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Silver Level</a:t>
                      </a:r>
                      <a:endParaRPr b="0" sz="28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33 to 38</a:t>
                      </a:r>
                      <a:endParaRPr b="0" sz="2800" u="none" cap="none" strike="noStrike">
                        <a:latin typeface="Arial"/>
                        <a:ea typeface="Arial"/>
                        <a:cs typeface="Arial"/>
                        <a:sym typeface="Arial"/>
                      </a:endParaRPr>
                    </a:p>
                  </a:txBody>
                  <a:tcPr marT="45725" marB="45725" marR="91450" marL="91450">
                    <a:solidFill>
                      <a:srgbClr val="4472C4"/>
                    </a:solidFill>
                  </a:tcPr>
                </a:tc>
              </a:tr>
              <a:tr h="840250">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Gold Level</a:t>
                      </a:r>
                      <a:endParaRPr b="0" sz="28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39 to 51</a:t>
                      </a:r>
                      <a:endParaRPr b="0" sz="2800" u="none" cap="none" strike="noStrike">
                        <a:latin typeface="Arial"/>
                        <a:ea typeface="Arial"/>
                        <a:cs typeface="Arial"/>
                        <a:sym typeface="Arial"/>
                      </a:endParaRPr>
                    </a:p>
                  </a:txBody>
                  <a:tcPr marT="45725" marB="45725" marR="91450" marL="91450">
                    <a:solidFill>
                      <a:srgbClr val="4472C4"/>
                    </a:solidFill>
                  </a:tcPr>
                </a:tc>
              </a:tr>
              <a:tr h="840600">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Platinum Level</a:t>
                      </a:r>
                      <a:endParaRPr b="0" sz="28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52 and above</a:t>
                      </a:r>
                      <a:endParaRPr b="0" sz="2800" u="none" cap="none" strike="noStrike">
                        <a:latin typeface="Arial"/>
                        <a:ea typeface="Arial"/>
                        <a:cs typeface="Arial"/>
                        <a:sym typeface="Arial"/>
                      </a:endParaRPr>
                    </a:p>
                  </a:txBody>
                  <a:tcPr marT="45725" marB="45725" marR="91450" marL="91450">
                    <a:solidFill>
                      <a:srgbClr val="4472C4"/>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3" name="Shape 523"/>
        <p:cNvGrpSpPr/>
        <p:nvPr/>
      </p:nvGrpSpPr>
      <p:grpSpPr>
        <a:xfrm>
          <a:off x="0" y="0"/>
          <a:ext cx="0" cy="0"/>
          <a:chOff x="0" y="0"/>
          <a:chExt cx="0" cy="0"/>
        </a:xfrm>
      </p:grpSpPr>
      <p:sp>
        <p:nvSpPr>
          <p:cNvPr id="524" name="Google Shape;524;p99"/>
          <p:cNvSpPr txBox="1"/>
          <p:nvPr/>
        </p:nvSpPr>
        <p:spPr>
          <a:xfrm>
            <a:off x="457200" y="274680"/>
            <a:ext cx="7467120" cy="1142640"/>
          </a:xfrm>
          <a:prstGeom prst="rect">
            <a:avLst/>
          </a:prstGeom>
          <a:noFill/>
          <a:ln>
            <a:noFill/>
          </a:ln>
        </p:spPr>
        <p:txBody>
          <a:bodyPr anchorCtr="0" anchor="b" bIns="45000" lIns="90000" spcFirstLastPara="1" rIns="90000" wrap="square" tIns="45000">
            <a:normAutofit/>
          </a:bodyPr>
          <a:lstStyle/>
          <a:p>
            <a:pPr indent="0" lvl="0" marL="0" marR="0" rtl="0" algn="l">
              <a:lnSpc>
                <a:spcPct val="100000"/>
              </a:lnSpc>
              <a:spcBef>
                <a:spcPts val="0"/>
              </a:spcBef>
              <a:spcAft>
                <a:spcPts val="0"/>
              </a:spcAft>
              <a:buNone/>
            </a:pPr>
            <a:r>
              <a:rPr b="0" i="0" lang="en-US" sz="3000" u="none" cap="small" strike="noStrike">
                <a:solidFill>
                  <a:srgbClr val="4E5B6F"/>
                </a:solidFill>
                <a:latin typeface="Century Schoolbook"/>
                <a:ea typeface="Century Schoolbook"/>
                <a:cs typeface="Century Schoolbook"/>
                <a:sym typeface="Century Schoolbook"/>
              </a:rPr>
              <a:t>EXAMPLES OF GREEN BUILDINGS IN INDIA</a:t>
            </a:r>
            <a:endParaRPr b="0" i="0" sz="3000" u="none" cap="none" strike="noStrike">
              <a:latin typeface="Arial"/>
              <a:ea typeface="Arial"/>
              <a:cs typeface="Arial"/>
              <a:sym typeface="Arial"/>
            </a:endParaRPr>
          </a:p>
        </p:txBody>
      </p:sp>
      <p:graphicFrame>
        <p:nvGraphicFramePr>
          <p:cNvPr id="525" name="Google Shape;525;p99"/>
          <p:cNvGraphicFramePr/>
          <p:nvPr/>
        </p:nvGraphicFramePr>
        <p:xfrm>
          <a:off x="457200" y="1600200"/>
          <a:ext cx="3000000" cy="3000000"/>
        </p:xfrm>
        <a:graphic>
          <a:graphicData uri="http://schemas.openxmlformats.org/drawingml/2006/table">
            <a:tbl>
              <a:tblPr>
                <a:noFill/>
                <a:tableStyleId>{793C8678-DB29-47A9-9A68-DE1731B15676}</a:tableStyleId>
              </a:tblPr>
              <a:tblGrid>
                <a:gridCol w="3543125"/>
                <a:gridCol w="4500350"/>
              </a:tblGrid>
              <a:tr h="937800">
                <a:tc>
                  <a:txBody>
                    <a:bodyPr/>
                    <a:lstStyle/>
                    <a:p>
                      <a:pPr indent="0" lvl="0" marL="0" marR="0" rtl="0" algn="l">
                        <a:lnSpc>
                          <a:spcPct val="100000"/>
                        </a:lnSpc>
                        <a:spcBef>
                          <a:spcPts val="0"/>
                        </a:spcBef>
                        <a:spcAft>
                          <a:spcPts val="0"/>
                        </a:spcAft>
                        <a:buNone/>
                      </a:pPr>
                      <a:r>
                        <a:rPr b="1" lang="en-US" sz="2800" u="none" cap="none" strike="noStrike">
                          <a:solidFill>
                            <a:srgbClr val="FFFFFF"/>
                          </a:solidFill>
                          <a:latin typeface="Century Schoolbook"/>
                          <a:ea typeface="Century Schoolbook"/>
                          <a:cs typeface="Century Schoolbook"/>
                          <a:sym typeface="Century Schoolbook"/>
                        </a:rPr>
                        <a:t>LEED Rating Level</a:t>
                      </a:r>
                      <a:endParaRPr b="0" sz="28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1" lang="en-US" sz="2800" u="none" cap="none" strike="noStrike">
                          <a:solidFill>
                            <a:srgbClr val="FFFFFF"/>
                          </a:solidFill>
                          <a:latin typeface="Century Schoolbook"/>
                          <a:ea typeface="Century Schoolbook"/>
                          <a:cs typeface="Century Schoolbook"/>
                          <a:sym typeface="Century Schoolbook"/>
                        </a:rPr>
                        <a:t>Buildings</a:t>
                      </a:r>
                      <a:endParaRPr b="0" sz="2800" u="none" cap="none" strike="noStrike">
                        <a:latin typeface="Arial"/>
                        <a:ea typeface="Arial"/>
                        <a:cs typeface="Arial"/>
                        <a:sym typeface="Arial"/>
                      </a:endParaRPr>
                    </a:p>
                  </a:txBody>
                  <a:tcPr marT="45725" marB="45725" marR="91450" marL="91450">
                    <a:solidFill>
                      <a:srgbClr val="4472C4"/>
                    </a:solidFill>
                  </a:tcPr>
                </a:tc>
              </a:tr>
              <a:tr h="937800">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Silver Level</a:t>
                      </a:r>
                      <a:endParaRPr b="0" sz="28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L&amp;T  ERDC, Chennai</a:t>
                      </a:r>
                      <a:endParaRPr b="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World Bank, Chennai</a:t>
                      </a:r>
                      <a:endParaRPr b="0" sz="2800" u="none" cap="none" strike="noStrike">
                        <a:latin typeface="Arial"/>
                        <a:ea typeface="Arial"/>
                        <a:cs typeface="Arial"/>
                        <a:sym typeface="Arial"/>
                      </a:endParaRPr>
                    </a:p>
                  </a:txBody>
                  <a:tcPr marT="45725" marB="45725" marR="91450" marL="91450">
                    <a:solidFill>
                      <a:srgbClr val="4472C4"/>
                    </a:solidFill>
                  </a:tcPr>
                </a:tc>
              </a:tr>
              <a:tr h="1360075">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Gold Level</a:t>
                      </a:r>
                      <a:endParaRPr b="0" sz="28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 Grundfos Pump, Chennai</a:t>
                      </a:r>
                      <a:endParaRPr b="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 Nucleus Mall, Kochi</a:t>
                      </a:r>
                      <a:endParaRPr b="0" sz="2800" u="none" cap="none" strike="noStrike">
                        <a:latin typeface="Arial"/>
                        <a:ea typeface="Arial"/>
                        <a:cs typeface="Arial"/>
                        <a:sym typeface="Arial"/>
                      </a:endParaRPr>
                    </a:p>
                  </a:txBody>
                  <a:tcPr marT="45725" marB="45725" marR="91450" marL="91450">
                    <a:solidFill>
                      <a:srgbClr val="4472C4"/>
                    </a:solidFill>
                  </a:tcPr>
                </a:tc>
              </a:tr>
              <a:tr h="1783075">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Platinum Level</a:t>
                      </a:r>
                      <a:endParaRPr b="0" sz="2800" u="none" cap="none" strike="noStrike">
                        <a:latin typeface="Arial"/>
                        <a:ea typeface="Arial"/>
                        <a:cs typeface="Arial"/>
                        <a:sym typeface="Arial"/>
                      </a:endParaRPr>
                    </a:p>
                  </a:txBody>
                  <a:tcPr marT="45725" marB="45725" marR="91450" marL="91450">
                    <a:solidFill>
                      <a:srgbClr val="4472C4"/>
                    </a:solidFill>
                  </a:tcPr>
                </a:tc>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 Godrej, Hyderabad</a:t>
                      </a:r>
                      <a:endParaRPr b="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 ITC , Gurgaon</a:t>
                      </a:r>
                      <a:endParaRPr b="0" sz="2800" u="none" cap="none" strike="noStrike">
                        <a:latin typeface="Arial"/>
                        <a:ea typeface="Arial"/>
                        <a:cs typeface="Arial"/>
                        <a:sym typeface="Arial"/>
                      </a:endParaRPr>
                    </a:p>
                    <a:p>
                      <a:pPr indent="0" lvl="0" marL="0" marR="0" rtl="0" algn="l">
                        <a:lnSpc>
                          <a:spcPct val="100000"/>
                        </a:lnSpc>
                        <a:spcBef>
                          <a:spcPts val="0"/>
                        </a:spcBef>
                        <a:spcAft>
                          <a:spcPts val="0"/>
                        </a:spcAft>
                        <a:buNone/>
                      </a:pPr>
                      <a:r>
                        <a:rPr b="0" lang="en-US" sz="2800" u="none" cap="none" strike="noStrike">
                          <a:solidFill>
                            <a:srgbClr val="000000"/>
                          </a:solidFill>
                          <a:latin typeface="Century Schoolbook"/>
                          <a:ea typeface="Century Schoolbook"/>
                          <a:cs typeface="Century Schoolbook"/>
                          <a:sym typeface="Century Schoolbook"/>
                        </a:rPr>
                        <a:t> Wipro Technologies,     Gurgaon</a:t>
                      </a:r>
                      <a:endParaRPr b="0" sz="2800" u="none" cap="none" strike="noStrike">
                        <a:latin typeface="Arial"/>
                        <a:ea typeface="Arial"/>
                        <a:cs typeface="Arial"/>
                        <a:sym typeface="Arial"/>
                      </a:endParaRPr>
                    </a:p>
                  </a:txBody>
                  <a:tcPr marT="45725" marB="45725" marR="91450" marL="91450">
                    <a:solidFill>
                      <a:srgbClr val="4472C4"/>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9" name="Shape 529"/>
        <p:cNvGrpSpPr/>
        <p:nvPr/>
      </p:nvGrpSpPr>
      <p:grpSpPr>
        <a:xfrm>
          <a:off x="0" y="0"/>
          <a:ext cx="0" cy="0"/>
          <a:chOff x="0" y="0"/>
          <a:chExt cx="0" cy="0"/>
        </a:xfrm>
      </p:grpSpPr>
      <p:pic>
        <p:nvPicPr>
          <p:cNvPr id="530" name="Google Shape;530;p100"/>
          <p:cNvPicPr preferRelativeResize="0"/>
          <p:nvPr/>
        </p:nvPicPr>
        <p:blipFill rotWithShape="1">
          <a:blip r:embed="rId3">
            <a:alphaModFix/>
          </a:blip>
          <a:srcRect b="0" l="0" r="0" t="0"/>
          <a:stretch/>
        </p:blipFill>
        <p:spPr>
          <a:xfrm>
            <a:off x="704160" y="0"/>
            <a:ext cx="7736040" cy="68580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4" name="Shape 534"/>
        <p:cNvGrpSpPr/>
        <p:nvPr/>
      </p:nvGrpSpPr>
      <p:grpSpPr>
        <a:xfrm>
          <a:off x="0" y="0"/>
          <a:ext cx="0" cy="0"/>
          <a:chOff x="0" y="0"/>
          <a:chExt cx="0" cy="0"/>
        </a:xfrm>
      </p:grpSpPr>
      <p:pic>
        <p:nvPicPr>
          <p:cNvPr id="535" name="Google Shape;535;p101"/>
          <p:cNvPicPr preferRelativeResize="0"/>
          <p:nvPr/>
        </p:nvPicPr>
        <p:blipFill rotWithShape="1">
          <a:blip r:embed="rId3">
            <a:alphaModFix/>
          </a:blip>
          <a:srcRect b="0" l="0" r="0" t="0"/>
          <a:stretch/>
        </p:blipFill>
        <p:spPr>
          <a:xfrm>
            <a:off x="0" y="0"/>
            <a:ext cx="9144000" cy="68580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9" name="Shape 539"/>
        <p:cNvGrpSpPr/>
        <p:nvPr/>
      </p:nvGrpSpPr>
      <p:grpSpPr>
        <a:xfrm>
          <a:off x="0" y="0"/>
          <a:ext cx="0" cy="0"/>
          <a:chOff x="0" y="0"/>
          <a:chExt cx="0" cy="0"/>
        </a:xfrm>
      </p:grpSpPr>
      <p:pic>
        <p:nvPicPr>
          <p:cNvPr id="540" name="Google Shape;540;p102"/>
          <p:cNvPicPr preferRelativeResize="0"/>
          <p:nvPr/>
        </p:nvPicPr>
        <p:blipFill rotWithShape="1">
          <a:blip r:embed="rId3">
            <a:alphaModFix/>
          </a:blip>
          <a:srcRect b="0" l="0" r="0" t="0"/>
          <a:stretch/>
        </p:blipFill>
        <p:spPr>
          <a:xfrm>
            <a:off x="1932120" y="0"/>
            <a:ext cx="5279400" cy="68580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5" name="Shape 545"/>
        <p:cNvGrpSpPr/>
        <p:nvPr/>
      </p:nvGrpSpPr>
      <p:grpSpPr>
        <a:xfrm>
          <a:off x="0" y="0"/>
          <a:ext cx="0" cy="0"/>
          <a:chOff x="0" y="0"/>
          <a:chExt cx="0" cy="0"/>
        </a:xfrm>
      </p:grpSpPr>
      <p:sp>
        <p:nvSpPr>
          <p:cNvPr id="546" name="Google Shape;546;p103"/>
          <p:cNvSpPr txBox="1"/>
          <p:nvPr/>
        </p:nvSpPr>
        <p:spPr>
          <a:xfrm>
            <a:off x="457200" y="274680"/>
            <a:ext cx="7467120" cy="1142640"/>
          </a:xfrm>
          <a:prstGeom prst="rect">
            <a:avLst/>
          </a:prstGeom>
          <a:solidFill>
            <a:srgbClr val="7FD13B"/>
          </a:solidFill>
          <a:ln cap="flat" cmpd="sng" w="25550">
            <a:solidFill>
              <a:srgbClr val="5D9A2B"/>
            </a:solidFill>
            <a:prstDash val="solid"/>
            <a:miter lim="8000"/>
            <a:headEnd len="sm" w="sm" type="none"/>
            <a:tailEnd len="sm" w="sm" type="none"/>
          </a:ln>
        </p:spPr>
        <p:txBody>
          <a:bodyPr anchorCtr="1" anchor="b" bIns="45000" lIns="90000" spcFirstLastPara="1" rIns="90000" wrap="square" tIns="45000">
            <a:noAutofit/>
          </a:bodyPr>
          <a:lstStyle/>
          <a:p>
            <a:pPr indent="0" lvl="0" marL="0" marR="0" rtl="0" algn="ctr">
              <a:lnSpc>
                <a:spcPct val="100000"/>
              </a:lnSpc>
              <a:spcBef>
                <a:spcPts val="0"/>
              </a:spcBef>
              <a:spcAft>
                <a:spcPts val="0"/>
              </a:spcAft>
              <a:buNone/>
            </a:pPr>
            <a:r>
              <a:rPr b="0" i="0" lang="en-US" sz="3000" u="none" cap="small" strike="noStrike">
                <a:solidFill>
                  <a:srgbClr val="FFFFFF"/>
                </a:solidFill>
                <a:latin typeface="Century Schoolbook"/>
                <a:ea typeface="Century Schoolbook"/>
                <a:cs typeface="Century Schoolbook"/>
                <a:sym typeface="Century Schoolbook"/>
              </a:rPr>
              <a:t>green building - benefits</a:t>
            </a:r>
            <a:br>
              <a:rPr b="0" i="0" lang="en-US" sz="1800" u="none" cap="none" strike="noStrike"/>
            </a:br>
            <a:endParaRPr b="0" i="0" sz="3000" u="none" cap="none" strike="noStrike">
              <a:latin typeface="Arial"/>
              <a:ea typeface="Arial"/>
              <a:cs typeface="Arial"/>
              <a:sym typeface="Arial"/>
            </a:endParaRPr>
          </a:p>
        </p:txBody>
      </p:sp>
      <p:sp>
        <p:nvSpPr>
          <p:cNvPr id="547" name="Google Shape;547;p103"/>
          <p:cNvSpPr txBox="1"/>
          <p:nvPr/>
        </p:nvSpPr>
        <p:spPr>
          <a:xfrm>
            <a:off x="457200" y="1600200"/>
            <a:ext cx="7467120" cy="4873320"/>
          </a:xfrm>
          <a:prstGeom prst="rect">
            <a:avLst/>
          </a:prstGeom>
          <a:gradFill>
            <a:gsLst>
              <a:gs pos="0">
                <a:srgbClr val="D7FFC6"/>
              </a:gs>
              <a:gs pos="100000">
                <a:srgbClr val="A7FF7D"/>
              </a:gs>
            </a:gsLst>
            <a:path path="circle">
              <a:fillToRect b="50%" l="50%" r="50%" t="50%"/>
            </a:path>
            <a:tileRect/>
          </a:gradFill>
          <a:ln cap="flat" cmpd="sng" w="12600">
            <a:solidFill>
              <a:srgbClr val="69D212"/>
            </a:solidFill>
            <a:prstDash val="solid"/>
            <a:miter lim="8000"/>
            <a:headEnd len="sm" w="sm" type="none"/>
            <a:tailEnd len="sm" w="sm" type="none"/>
          </a:ln>
        </p:spPr>
        <p:txBody>
          <a:bodyPr anchorCtr="0" anchor="t" bIns="45000" lIns="90000" spcFirstLastPara="1" rIns="90000" wrap="square" tIns="45000">
            <a:normAutofit/>
          </a:bodyPr>
          <a:lstStyle/>
          <a:p>
            <a:pPr indent="-124460" lvl="0" marL="0" marR="0" rtl="0" algn="l">
              <a:lnSpc>
                <a:spcPct val="100000"/>
              </a:lnSpc>
              <a:spcBef>
                <a:spcPts val="0"/>
              </a:spcBef>
              <a:spcAft>
                <a:spcPts val="0"/>
              </a:spcAft>
              <a:buClr>
                <a:srgbClr val="7FD13B"/>
              </a:buClr>
              <a:buSzPts val="196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Energy Savings (20 to 30 %)</a:t>
            </a:r>
            <a:endParaRPr b="0" i="0" sz="2800" u="none" cap="none" strike="noStrike">
              <a:latin typeface="Arial"/>
              <a:ea typeface="Arial"/>
              <a:cs typeface="Arial"/>
              <a:sym typeface="Arial"/>
            </a:endParaRPr>
          </a:p>
          <a:p>
            <a:pPr indent="-124460" lvl="0" marL="0" marR="0" rtl="0" algn="l">
              <a:lnSpc>
                <a:spcPct val="100000"/>
              </a:lnSpc>
              <a:spcBef>
                <a:spcPts val="601"/>
              </a:spcBef>
              <a:spcAft>
                <a:spcPts val="0"/>
              </a:spcAft>
              <a:buClr>
                <a:srgbClr val="7FD13B"/>
              </a:buClr>
              <a:buSzPts val="196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Water Savings (30 to 50 %)</a:t>
            </a:r>
            <a:endParaRPr b="0" i="0" sz="2800" u="none" cap="none" strike="noStrike">
              <a:latin typeface="Arial"/>
              <a:ea typeface="Arial"/>
              <a:cs typeface="Arial"/>
              <a:sym typeface="Arial"/>
            </a:endParaRPr>
          </a:p>
          <a:p>
            <a:pPr indent="-124460" lvl="0" marL="0" marR="0" rtl="0" algn="l">
              <a:lnSpc>
                <a:spcPct val="100000"/>
              </a:lnSpc>
              <a:spcBef>
                <a:spcPts val="601"/>
              </a:spcBef>
              <a:spcAft>
                <a:spcPts val="0"/>
              </a:spcAft>
              <a:buClr>
                <a:srgbClr val="7FD13B"/>
              </a:buClr>
              <a:buSzPts val="196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Enhanced Air Quality</a:t>
            </a:r>
            <a:endParaRPr b="0" i="0" sz="2800" u="none" cap="none" strike="noStrike">
              <a:latin typeface="Arial"/>
              <a:ea typeface="Arial"/>
              <a:cs typeface="Arial"/>
              <a:sym typeface="Arial"/>
            </a:endParaRPr>
          </a:p>
          <a:p>
            <a:pPr indent="-124460" lvl="0" marL="0" marR="0" rtl="0" algn="l">
              <a:lnSpc>
                <a:spcPct val="100000"/>
              </a:lnSpc>
              <a:spcBef>
                <a:spcPts val="601"/>
              </a:spcBef>
              <a:spcAft>
                <a:spcPts val="0"/>
              </a:spcAft>
              <a:buClr>
                <a:srgbClr val="7FD13B"/>
              </a:buClr>
              <a:buSzPts val="196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Excellent Day lighting</a:t>
            </a:r>
            <a:endParaRPr b="0" i="0" sz="2800" u="none" cap="none" strike="noStrike">
              <a:latin typeface="Arial"/>
              <a:ea typeface="Arial"/>
              <a:cs typeface="Arial"/>
              <a:sym typeface="Arial"/>
            </a:endParaRPr>
          </a:p>
          <a:p>
            <a:pPr indent="-124460" lvl="0" marL="0" marR="0" rtl="0" algn="l">
              <a:lnSpc>
                <a:spcPct val="100000"/>
              </a:lnSpc>
              <a:spcBef>
                <a:spcPts val="601"/>
              </a:spcBef>
              <a:spcAft>
                <a:spcPts val="0"/>
              </a:spcAft>
              <a:buClr>
                <a:srgbClr val="7FD13B"/>
              </a:buClr>
              <a:buSzPts val="196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Health &amp; Well being of occupants</a:t>
            </a:r>
            <a:endParaRPr b="0" i="0" sz="2800" u="none" cap="none" strike="noStrike">
              <a:latin typeface="Arial"/>
              <a:ea typeface="Arial"/>
              <a:cs typeface="Arial"/>
              <a:sym typeface="Arial"/>
            </a:endParaRPr>
          </a:p>
          <a:p>
            <a:pPr indent="-124460" lvl="0" marL="0" marR="0" rtl="0" algn="l">
              <a:lnSpc>
                <a:spcPct val="100000"/>
              </a:lnSpc>
              <a:spcBef>
                <a:spcPts val="601"/>
              </a:spcBef>
              <a:spcAft>
                <a:spcPts val="0"/>
              </a:spcAft>
              <a:buClr>
                <a:srgbClr val="7FD13B"/>
              </a:buClr>
              <a:buSzPts val="196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Conservation of scarce resources</a:t>
            </a:r>
            <a:endParaRPr b="0" i="0" sz="28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0" i="0" lang="en-US" sz="2800" u="none" cap="none" strike="noStrike">
                <a:solidFill>
                  <a:srgbClr val="000000"/>
                </a:solidFill>
                <a:latin typeface="Century Schoolbook"/>
                <a:ea typeface="Century Schoolbook"/>
                <a:cs typeface="Century Schoolbook"/>
                <a:sym typeface="Century Schoolbook"/>
              </a:rPr>
              <a:t> </a:t>
            </a:r>
            <a:endParaRPr b="0" i="0" sz="28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0" i="0" lang="en-US" sz="2400" u="none" cap="none" strike="noStrike">
                <a:solidFill>
                  <a:srgbClr val="000000"/>
                </a:solidFill>
                <a:latin typeface="Century Schoolbook"/>
                <a:ea typeface="Century Schoolbook"/>
                <a:cs typeface="Century Schoolbook"/>
                <a:sym typeface="Century Schoolbook"/>
              </a:rPr>
              <a:t> </a:t>
            </a:r>
            <a:endParaRPr b="0" i="0" sz="24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0" i="0" lang="en-US" sz="2400" u="none" cap="none" strike="noStrike">
                <a:solidFill>
                  <a:srgbClr val="000000"/>
                </a:solidFill>
                <a:latin typeface="Century Schoolbook"/>
                <a:ea typeface="Century Schoolbook"/>
                <a:cs typeface="Century Schoolbook"/>
                <a:sym typeface="Century Schoolbook"/>
              </a:rPr>
              <a:t> </a:t>
            </a:r>
            <a:endParaRPr b="0" i="0" sz="2400" u="none" cap="none" strike="noStrike">
              <a:latin typeface="Arial"/>
              <a:ea typeface="Arial"/>
              <a:cs typeface="Arial"/>
              <a:sym typeface="Arial"/>
            </a:endParaRPr>
          </a:p>
          <a:p>
            <a:pPr indent="0" lvl="0" marL="0" marR="0" rtl="0" algn="l">
              <a:lnSpc>
                <a:spcPct val="100000"/>
              </a:lnSpc>
              <a:spcBef>
                <a:spcPts val="601"/>
              </a:spcBef>
              <a:spcAft>
                <a:spcPts val="0"/>
              </a:spcAft>
              <a:buNone/>
            </a:pPr>
            <a:r>
              <a:rPr b="0" i="0" lang="en-US" sz="2400" u="none" cap="none" strike="noStrike">
                <a:solidFill>
                  <a:srgbClr val="000000"/>
                </a:solidFill>
                <a:latin typeface="Century Schoolbook"/>
                <a:ea typeface="Century Schoolbook"/>
                <a:cs typeface="Century Schoolbook"/>
                <a:sym typeface="Century Schoolbook"/>
              </a:rPr>
              <a:t> </a:t>
            </a:r>
            <a:endParaRPr b="0" i="0" sz="24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0" st="0"/>
                                            </p:txEl>
                                          </p:spTgt>
                                        </p:tgtEl>
                                        <p:attrNameLst>
                                          <p:attrName>style.visibility</p:attrName>
                                        </p:attrNameLst>
                                      </p:cBhvr>
                                      <p:to>
                                        <p:strVal val="visible"/>
                                      </p:to>
                                    </p:set>
                                    <p:animEffect filter="fade" transition="in">
                                      <p:cBhvr>
                                        <p:cTn dur="1000"/>
                                        <p:tgtEl>
                                          <p:spTgt spid="54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1" st="1"/>
                                            </p:txEl>
                                          </p:spTgt>
                                        </p:tgtEl>
                                        <p:attrNameLst>
                                          <p:attrName>style.visibility</p:attrName>
                                        </p:attrNameLst>
                                      </p:cBhvr>
                                      <p:to>
                                        <p:strVal val="visible"/>
                                      </p:to>
                                    </p:set>
                                    <p:animEffect filter="fade" transition="in">
                                      <p:cBhvr>
                                        <p:cTn dur="1000"/>
                                        <p:tgtEl>
                                          <p:spTgt spid="54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2" st="2"/>
                                            </p:txEl>
                                          </p:spTgt>
                                        </p:tgtEl>
                                        <p:attrNameLst>
                                          <p:attrName>style.visibility</p:attrName>
                                        </p:attrNameLst>
                                      </p:cBhvr>
                                      <p:to>
                                        <p:strVal val="visible"/>
                                      </p:to>
                                    </p:set>
                                    <p:animEffect filter="fade" transition="in">
                                      <p:cBhvr>
                                        <p:cTn dur="1000"/>
                                        <p:tgtEl>
                                          <p:spTgt spid="54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3" st="3"/>
                                            </p:txEl>
                                          </p:spTgt>
                                        </p:tgtEl>
                                        <p:attrNameLst>
                                          <p:attrName>style.visibility</p:attrName>
                                        </p:attrNameLst>
                                      </p:cBhvr>
                                      <p:to>
                                        <p:strVal val="visible"/>
                                      </p:to>
                                    </p:set>
                                    <p:animEffect filter="fade" transition="in">
                                      <p:cBhvr>
                                        <p:cTn dur="1000"/>
                                        <p:tgtEl>
                                          <p:spTgt spid="54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4" st="4"/>
                                            </p:txEl>
                                          </p:spTgt>
                                        </p:tgtEl>
                                        <p:attrNameLst>
                                          <p:attrName>style.visibility</p:attrName>
                                        </p:attrNameLst>
                                      </p:cBhvr>
                                      <p:to>
                                        <p:strVal val="visible"/>
                                      </p:to>
                                    </p:set>
                                    <p:animEffect filter="fade" transition="in">
                                      <p:cBhvr>
                                        <p:cTn dur="1000"/>
                                        <p:tgtEl>
                                          <p:spTgt spid="54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5" st="5"/>
                                            </p:txEl>
                                          </p:spTgt>
                                        </p:tgtEl>
                                        <p:attrNameLst>
                                          <p:attrName>style.visibility</p:attrName>
                                        </p:attrNameLst>
                                      </p:cBhvr>
                                      <p:to>
                                        <p:strVal val="visible"/>
                                      </p:to>
                                    </p:set>
                                    <p:animEffect filter="fade" transition="in">
                                      <p:cBhvr>
                                        <p:cTn dur="1000"/>
                                        <p:tgtEl>
                                          <p:spTgt spid="54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6" st="6"/>
                                            </p:txEl>
                                          </p:spTgt>
                                        </p:tgtEl>
                                        <p:attrNameLst>
                                          <p:attrName>style.visibility</p:attrName>
                                        </p:attrNameLst>
                                      </p:cBhvr>
                                      <p:to>
                                        <p:strVal val="visible"/>
                                      </p:to>
                                    </p:set>
                                    <p:animEffect filter="fade" transition="in">
                                      <p:cBhvr>
                                        <p:cTn dur="1000"/>
                                        <p:tgtEl>
                                          <p:spTgt spid="54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7" st="7"/>
                                            </p:txEl>
                                          </p:spTgt>
                                        </p:tgtEl>
                                        <p:attrNameLst>
                                          <p:attrName>style.visibility</p:attrName>
                                        </p:attrNameLst>
                                      </p:cBhvr>
                                      <p:to>
                                        <p:strVal val="visible"/>
                                      </p:to>
                                    </p:set>
                                    <p:animEffect filter="fade" transition="in">
                                      <p:cBhvr>
                                        <p:cTn dur="1000"/>
                                        <p:tgtEl>
                                          <p:spTgt spid="54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8" st="8"/>
                                            </p:txEl>
                                          </p:spTgt>
                                        </p:tgtEl>
                                        <p:attrNameLst>
                                          <p:attrName>style.visibility</p:attrName>
                                        </p:attrNameLst>
                                      </p:cBhvr>
                                      <p:to>
                                        <p:strVal val="visible"/>
                                      </p:to>
                                    </p:set>
                                    <p:animEffect filter="fade" transition="in">
                                      <p:cBhvr>
                                        <p:cTn dur="1000"/>
                                        <p:tgtEl>
                                          <p:spTgt spid="54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xEl>
                                              <p:pRg end="9" st="9"/>
                                            </p:txEl>
                                          </p:spTgt>
                                        </p:tgtEl>
                                        <p:attrNameLst>
                                          <p:attrName>style.visibility</p:attrName>
                                        </p:attrNameLst>
                                      </p:cBhvr>
                                      <p:to>
                                        <p:strVal val="visible"/>
                                      </p:to>
                                    </p:set>
                                    <p:animEffect filter="fade" transition="in">
                                      <p:cBhvr>
                                        <p:cTn dur="1000"/>
                                        <p:tgtEl>
                                          <p:spTgt spid="547">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2" name="Shape 552"/>
        <p:cNvGrpSpPr/>
        <p:nvPr/>
      </p:nvGrpSpPr>
      <p:grpSpPr>
        <a:xfrm>
          <a:off x="0" y="0"/>
          <a:ext cx="0" cy="0"/>
          <a:chOff x="0" y="0"/>
          <a:chExt cx="0" cy="0"/>
        </a:xfrm>
      </p:grpSpPr>
      <p:sp>
        <p:nvSpPr>
          <p:cNvPr id="553" name="Google Shape;553;p104"/>
          <p:cNvSpPr txBox="1"/>
          <p:nvPr/>
        </p:nvSpPr>
        <p:spPr>
          <a:xfrm>
            <a:off x="457200" y="274680"/>
            <a:ext cx="7467120" cy="1142640"/>
          </a:xfrm>
          <a:prstGeom prst="rect">
            <a:avLst/>
          </a:prstGeom>
          <a:solidFill>
            <a:srgbClr val="7FD13B"/>
          </a:solidFill>
          <a:ln cap="flat" cmpd="sng" w="25550">
            <a:solidFill>
              <a:srgbClr val="5D9A2B"/>
            </a:solidFill>
            <a:prstDash val="solid"/>
            <a:miter lim="8000"/>
            <a:headEnd len="sm" w="sm" type="none"/>
            <a:tailEnd len="sm" w="sm" type="none"/>
          </a:ln>
        </p:spPr>
        <p:txBody>
          <a:bodyPr anchorCtr="0" anchor="b" bIns="45000" lIns="90000" spcFirstLastPara="1" rIns="90000" wrap="square" tIns="45000">
            <a:noAutofit/>
          </a:bodyPr>
          <a:lstStyle/>
          <a:p>
            <a:pPr indent="0" lvl="0" marL="0" marR="0" rtl="0" algn="l">
              <a:lnSpc>
                <a:spcPct val="100000"/>
              </a:lnSpc>
              <a:spcBef>
                <a:spcPts val="0"/>
              </a:spcBef>
              <a:spcAft>
                <a:spcPts val="0"/>
              </a:spcAft>
              <a:buNone/>
            </a:pPr>
            <a:r>
              <a:rPr b="0" i="0" lang="en-US" sz="3000" u="none" cap="small" strike="noStrike">
                <a:solidFill>
                  <a:srgbClr val="FFFFFF"/>
                </a:solidFill>
                <a:latin typeface="Century Schoolbook"/>
                <a:ea typeface="Century Schoolbook"/>
                <a:cs typeface="Century Schoolbook"/>
                <a:sym typeface="Century Schoolbook"/>
              </a:rPr>
              <a:t>Conclusion</a:t>
            </a:r>
            <a:endParaRPr b="0" i="0" sz="3000" u="none" cap="none" strike="noStrike">
              <a:latin typeface="Arial"/>
              <a:ea typeface="Arial"/>
              <a:cs typeface="Arial"/>
              <a:sym typeface="Arial"/>
            </a:endParaRPr>
          </a:p>
        </p:txBody>
      </p:sp>
      <p:sp>
        <p:nvSpPr>
          <p:cNvPr id="554" name="Google Shape;554;p104"/>
          <p:cNvSpPr txBox="1"/>
          <p:nvPr/>
        </p:nvSpPr>
        <p:spPr>
          <a:xfrm>
            <a:off x="457200" y="1600200"/>
            <a:ext cx="7467120" cy="4873320"/>
          </a:xfrm>
          <a:prstGeom prst="rect">
            <a:avLst/>
          </a:prstGeom>
          <a:gradFill>
            <a:gsLst>
              <a:gs pos="0">
                <a:srgbClr val="D7FFC6"/>
              </a:gs>
              <a:gs pos="100000">
                <a:srgbClr val="A7FF7D"/>
              </a:gs>
            </a:gsLst>
            <a:path path="circle">
              <a:fillToRect b="50%" l="50%" r="50%" t="50%"/>
            </a:path>
            <a:tileRect/>
          </a:gradFill>
          <a:ln cap="flat" cmpd="sng" w="12600">
            <a:solidFill>
              <a:srgbClr val="69D212"/>
            </a:solidFill>
            <a:prstDash val="solid"/>
            <a:miter lim="8000"/>
            <a:headEnd len="sm" w="sm" type="none"/>
            <a:tailEnd len="sm" w="sm" type="none"/>
          </a:ln>
        </p:spPr>
        <p:txBody>
          <a:bodyPr anchorCtr="0" anchor="t" bIns="45000" lIns="90000" spcFirstLastPara="1" rIns="90000" wrap="square" tIns="45000">
            <a:normAutofit/>
          </a:bodyPr>
          <a:lstStyle/>
          <a:p>
            <a:pPr indent="-124460" lvl="0" marL="0" marR="0" rtl="0" algn="l">
              <a:lnSpc>
                <a:spcPct val="100000"/>
              </a:lnSpc>
              <a:spcBef>
                <a:spcPts val="0"/>
              </a:spcBef>
              <a:spcAft>
                <a:spcPts val="0"/>
              </a:spcAft>
              <a:buClr>
                <a:srgbClr val="7FD13B"/>
              </a:buClr>
              <a:buSzPts val="196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Now many are thinking about Green buildings and we look forward for a greener future.</a:t>
            </a:r>
            <a:endParaRPr b="0" i="0" sz="2800" u="none" cap="none" strike="noStrike">
              <a:latin typeface="Arial"/>
              <a:ea typeface="Arial"/>
              <a:cs typeface="Arial"/>
              <a:sym typeface="Arial"/>
            </a:endParaRPr>
          </a:p>
          <a:p>
            <a:pPr indent="-124460" lvl="0" marL="0" marR="0" rtl="0" algn="l">
              <a:lnSpc>
                <a:spcPct val="100000"/>
              </a:lnSpc>
              <a:spcBef>
                <a:spcPts val="601"/>
              </a:spcBef>
              <a:spcAft>
                <a:spcPts val="0"/>
              </a:spcAft>
              <a:buClr>
                <a:srgbClr val="7FD13B"/>
              </a:buClr>
              <a:buSzPts val="1960"/>
              <a:buFont typeface="Noto Sans Symbols"/>
              <a:buChar char="🞆"/>
            </a:pPr>
            <a:r>
              <a:rPr b="0" i="0" lang="en-US" sz="2800" u="none" cap="none" strike="noStrike">
                <a:solidFill>
                  <a:srgbClr val="000000"/>
                </a:solidFill>
                <a:latin typeface="Century Schoolbook"/>
                <a:ea typeface="Century Schoolbook"/>
                <a:cs typeface="Century Schoolbook"/>
                <a:sym typeface="Century Schoolbook"/>
              </a:rPr>
              <a:t>Ultimately let us hope that there will be a convergence of Green and Intelligent buildings to provide the best solutions for a safe and ambient work or living area.</a:t>
            </a:r>
            <a:endParaRPr b="0" i="0" sz="2800" u="none" cap="none" strike="noStrike">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4">
                                            <p:txEl>
                                              <p:pRg end="0" st="0"/>
                                            </p:txEl>
                                          </p:spTgt>
                                        </p:tgtEl>
                                        <p:attrNameLst>
                                          <p:attrName>style.visibility</p:attrName>
                                        </p:attrNameLst>
                                      </p:cBhvr>
                                      <p:to>
                                        <p:strVal val="visible"/>
                                      </p:to>
                                    </p:set>
                                    <p:animEffect filter="fade" transition="in">
                                      <p:cBhvr>
                                        <p:cTn dur="1000"/>
                                        <p:tgtEl>
                                          <p:spTgt spid="55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4">
                                            <p:txEl>
                                              <p:pRg end="1" st="1"/>
                                            </p:txEl>
                                          </p:spTgt>
                                        </p:tgtEl>
                                        <p:attrNameLst>
                                          <p:attrName>style.visibility</p:attrName>
                                        </p:attrNameLst>
                                      </p:cBhvr>
                                      <p:to>
                                        <p:strVal val="visible"/>
                                      </p:to>
                                    </p:set>
                                    <p:animEffect filter="fade" transition="in">
                                      <p:cBhvr>
                                        <p:cTn dur="1000"/>
                                        <p:tgtEl>
                                          <p:spTgt spid="554">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9" name="Shape 559"/>
        <p:cNvGrpSpPr/>
        <p:nvPr/>
      </p:nvGrpSpPr>
      <p:grpSpPr>
        <a:xfrm>
          <a:off x="0" y="0"/>
          <a:ext cx="0" cy="0"/>
          <a:chOff x="0" y="0"/>
          <a:chExt cx="0" cy="0"/>
        </a:xfrm>
      </p:grpSpPr>
      <p:sp>
        <p:nvSpPr>
          <p:cNvPr id="560" name="Google Shape;560;p105"/>
          <p:cNvSpPr txBox="1"/>
          <p:nvPr/>
        </p:nvSpPr>
        <p:spPr>
          <a:xfrm>
            <a:off x="457200" y="274680"/>
            <a:ext cx="7467120" cy="1142640"/>
          </a:xfrm>
          <a:prstGeom prst="rect">
            <a:avLst/>
          </a:prstGeom>
          <a:noFill/>
          <a:ln>
            <a:noFill/>
          </a:ln>
        </p:spPr>
        <p:txBody>
          <a:bodyPr anchorCtr="0" anchor="b" bIns="45000" lIns="90000" spcFirstLastPara="1" rIns="90000" wrap="square" tIns="45000">
            <a:noAutofit/>
          </a:bodyPr>
          <a:lstStyle/>
          <a:p>
            <a:pPr indent="0" lvl="0" marL="0" marR="0" rtl="0" algn="l">
              <a:lnSpc>
                <a:spcPct val="100000"/>
              </a:lnSpc>
              <a:spcBef>
                <a:spcPts val="0"/>
              </a:spcBef>
              <a:spcAft>
                <a:spcPts val="0"/>
              </a:spcAft>
              <a:buNone/>
            </a:pPr>
            <a:r>
              <a:rPr b="0" i="0" lang="en-US" sz="3000" u="none" cap="small" strike="noStrike">
                <a:solidFill>
                  <a:srgbClr val="4E5B6F"/>
                </a:solidFill>
                <a:latin typeface="Century Schoolbook"/>
                <a:ea typeface="Century Schoolbook"/>
                <a:cs typeface="Century Schoolbook"/>
                <a:sym typeface="Century Schoolbook"/>
              </a:rPr>
              <a:t>NUCLEUS MALL,KOCHI</a:t>
            </a:r>
            <a:endParaRPr b="0" i="0" sz="3000" u="none" cap="none" strike="noStrike">
              <a:latin typeface="Arial"/>
              <a:ea typeface="Arial"/>
              <a:cs typeface="Arial"/>
              <a:sym typeface="Arial"/>
            </a:endParaRPr>
          </a:p>
        </p:txBody>
      </p:sp>
      <p:pic>
        <p:nvPicPr>
          <p:cNvPr id="561" name="Google Shape;561;p105"/>
          <p:cNvPicPr preferRelativeResize="0"/>
          <p:nvPr/>
        </p:nvPicPr>
        <p:blipFill rotWithShape="1">
          <a:blip r:embed="rId3">
            <a:alphaModFix/>
          </a:blip>
          <a:srcRect b="0" l="0" r="0" t="0"/>
          <a:stretch/>
        </p:blipFill>
        <p:spPr>
          <a:xfrm>
            <a:off x="2286000" y="1752480"/>
            <a:ext cx="4343040" cy="480024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6" name="Shape 566"/>
        <p:cNvGrpSpPr/>
        <p:nvPr/>
      </p:nvGrpSpPr>
      <p:grpSpPr>
        <a:xfrm>
          <a:off x="0" y="0"/>
          <a:ext cx="0" cy="0"/>
          <a:chOff x="0" y="0"/>
          <a:chExt cx="0" cy="0"/>
        </a:xfrm>
      </p:grpSpPr>
      <p:sp>
        <p:nvSpPr>
          <p:cNvPr id="567" name="Google Shape;567;p106"/>
          <p:cNvSpPr txBox="1"/>
          <p:nvPr/>
        </p:nvSpPr>
        <p:spPr>
          <a:xfrm>
            <a:off x="457200" y="274680"/>
            <a:ext cx="7467120" cy="1142640"/>
          </a:xfrm>
          <a:prstGeom prst="rect">
            <a:avLst/>
          </a:prstGeom>
          <a:noFill/>
          <a:ln>
            <a:noFill/>
          </a:ln>
        </p:spPr>
        <p:txBody>
          <a:bodyPr anchorCtr="0" anchor="b" bIns="45000" lIns="90000" spcFirstLastPara="1" rIns="90000" wrap="square" tIns="4500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pic>
        <p:nvPicPr>
          <p:cNvPr id="568" name="Google Shape;568;p106"/>
          <p:cNvPicPr preferRelativeResize="0"/>
          <p:nvPr/>
        </p:nvPicPr>
        <p:blipFill rotWithShape="1">
          <a:blip r:embed="rId3">
            <a:alphaModFix/>
          </a:blip>
          <a:srcRect b="0" l="0" r="0" t="0"/>
          <a:stretch/>
        </p:blipFill>
        <p:spPr>
          <a:xfrm>
            <a:off x="1224000" y="2322360"/>
            <a:ext cx="5933880" cy="342864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3" name="Shape 573"/>
        <p:cNvGrpSpPr/>
        <p:nvPr/>
      </p:nvGrpSpPr>
      <p:grpSpPr>
        <a:xfrm>
          <a:off x="0" y="0"/>
          <a:ext cx="0" cy="0"/>
          <a:chOff x="0" y="0"/>
          <a:chExt cx="0" cy="0"/>
        </a:xfrm>
      </p:grpSpPr>
      <p:sp>
        <p:nvSpPr>
          <p:cNvPr id="574" name="Google Shape;574;p107"/>
          <p:cNvSpPr txBox="1"/>
          <p:nvPr/>
        </p:nvSpPr>
        <p:spPr>
          <a:xfrm>
            <a:off x="457200" y="274680"/>
            <a:ext cx="7467120" cy="1142640"/>
          </a:xfrm>
          <a:prstGeom prst="rect">
            <a:avLst/>
          </a:prstGeom>
          <a:noFill/>
          <a:ln>
            <a:noFill/>
          </a:ln>
        </p:spPr>
        <p:txBody>
          <a:bodyPr anchorCtr="0" anchor="b" bIns="45000" lIns="90000" spcFirstLastPara="1" rIns="90000" wrap="square" tIns="4500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pic>
        <p:nvPicPr>
          <p:cNvPr id="575" name="Google Shape;575;p107"/>
          <p:cNvPicPr preferRelativeResize="0"/>
          <p:nvPr/>
        </p:nvPicPr>
        <p:blipFill rotWithShape="1">
          <a:blip r:embed="rId3">
            <a:alphaModFix/>
          </a:blip>
          <a:srcRect b="0" l="0" r="0" t="0"/>
          <a:stretch/>
        </p:blipFill>
        <p:spPr>
          <a:xfrm>
            <a:off x="457200" y="1938600"/>
            <a:ext cx="7467120" cy="419688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0" name="Shape 580"/>
        <p:cNvGrpSpPr/>
        <p:nvPr/>
      </p:nvGrpSpPr>
      <p:grpSpPr>
        <a:xfrm>
          <a:off x="0" y="0"/>
          <a:ext cx="0" cy="0"/>
          <a:chOff x="0" y="0"/>
          <a:chExt cx="0" cy="0"/>
        </a:xfrm>
      </p:grpSpPr>
      <p:sp>
        <p:nvSpPr>
          <p:cNvPr id="581" name="Google Shape;581;p108"/>
          <p:cNvSpPr txBox="1"/>
          <p:nvPr/>
        </p:nvSpPr>
        <p:spPr>
          <a:xfrm>
            <a:off x="457200" y="274680"/>
            <a:ext cx="7467120" cy="1142640"/>
          </a:xfrm>
          <a:prstGeom prst="rect">
            <a:avLst/>
          </a:prstGeom>
          <a:noFill/>
          <a:ln>
            <a:noFill/>
          </a:ln>
        </p:spPr>
        <p:txBody>
          <a:bodyPr anchorCtr="0" anchor="b" bIns="45000" lIns="90000" spcFirstLastPara="1" rIns="90000" wrap="square" tIns="45000">
            <a:noAutofit/>
          </a:bodyPr>
          <a:lstStyle/>
          <a:p>
            <a:pPr indent="0" lvl="0" marL="0" marR="0" rtl="0" algn="ctr">
              <a:spcBef>
                <a:spcPts val="0"/>
              </a:spcBef>
              <a:spcAft>
                <a:spcPts val="0"/>
              </a:spcAft>
              <a:buNone/>
            </a:pPr>
            <a:r>
              <a:t/>
            </a:r>
            <a:endParaRPr b="0" i="0" sz="4400" u="none" cap="none" strike="noStrike">
              <a:latin typeface="Arial"/>
              <a:ea typeface="Arial"/>
              <a:cs typeface="Arial"/>
              <a:sym typeface="Arial"/>
            </a:endParaRPr>
          </a:p>
        </p:txBody>
      </p:sp>
      <p:pic>
        <p:nvPicPr>
          <p:cNvPr id="582" name="Google Shape;582;p108"/>
          <p:cNvPicPr preferRelativeResize="0"/>
          <p:nvPr/>
        </p:nvPicPr>
        <p:blipFill rotWithShape="1">
          <a:blip r:embed="rId3">
            <a:alphaModFix/>
          </a:blip>
          <a:srcRect b="0" l="0" r="0" t="0"/>
          <a:stretch/>
        </p:blipFill>
        <p:spPr>
          <a:xfrm>
            <a:off x="457200" y="1676520"/>
            <a:ext cx="7467120" cy="449532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6" name="Shape 586"/>
        <p:cNvGrpSpPr/>
        <p:nvPr/>
      </p:nvGrpSpPr>
      <p:grpSpPr>
        <a:xfrm>
          <a:off x="0" y="0"/>
          <a:ext cx="0" cy="0"/>
          <a:chOff x="0" y="0"/>
          <a:chExt cx="0" cy="0"/>
        </a:xfrm>
      </p:grpSpPr>
      <p:sp>
        <p:nvSpPr>
          <p:cNvPr id="587" name="Google Shape;587;p109"/>
          <p:cNvSpPr txBox="1"/>
          <p:nvPr/>
        </p:nvSpPr>
        <p:spPr>
          <a:xfrm>
            <a:off x="1130760" y="2404440"/>
            <a:ext cx="5826600" cy="1646280"/>
          </a:xfrm>
          <a:prstGeom prst="rect">
            <a:avLst/>
          </a:prstGeom>
          <a:noFill/>
          <a:ln>
            <a:noFill/>
          </a:ln>
        </p:spPr>
        <p:txBody>
          <a:bodyPr anchorCtr="0" anchor="b" bIns="45700" lIns="91425" spcFirstLastPara="1" rIns="91425" wrap="square" tIns="45700">
            <a:normAutofit/>
          </a:bodyPr>
          <a:lstStyle/>
          <a:p>
            <a:pPr indent="0" lvl="0" marL="0" marR="0" rtl="0" algn="r">
              <a:lnSpc>
                <a:spcPct val="100000"/>
              </a:lnSpc>
              <a:spcBef>
                <a:spcPts val="0"/>
              </a:spcBef>
              <a:spcAft>
                <a:spcPts val="0"/>
              </a:spcAft>
              <a:buNone/>
            </a:pPr>
            <a:r>
              <a:rPr b="0" i="0" lang="en-US" sz="5400" u="none" cap="none" strike="noStrike">
                <a:solidFill>
                  <a:srgbClr val="90C226"/>
                </a:solidFill>
                <a:latin typeface="Trebuchet MS"/>
                <a:ea typeface="Trebuchet MS"/>
                <a:cs typeface="Trebuchet MS"/>
                <a:sym typeface="Trebuchet MS"/>
              </a:rPr>
              <a:t>THANK YOU</a:t>
            </a:r>
            <a:endParaRPr b="0" i="0" sz="5400" u="none" cap="none" strike="noStrike">
              <a:latin typeface="Arial"/>
              <a:ea typeface="Arial"/>
              <a:cs typeface="Arial"/>
              <a:sym typeface="Arial"/>
            </a:endParaRPr>
          </a:p>
        </p:txBody>
      </p:sp>
      <p:sp>
        <p:nvSpPr>
          <p:cNvPr id="588" name="Google Shape;588;p109"/>
          <p:cNvSpPr txBox="1"/>
          <p:nvPr/>
        </p:nvSpPr>
        <p:spPr>
          <a:xfrm>
            <a:off x="1130760" y="4050720"/>
            <a:ext cx="5826600" cy="1096920"/>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None/>
            </a:pPr>
            <a:r>
              <a:t/>
            </a:r>
            <a:endParaRPr b="0" i="0" sz="3200" u="none" cap="none" strike="noStrike">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