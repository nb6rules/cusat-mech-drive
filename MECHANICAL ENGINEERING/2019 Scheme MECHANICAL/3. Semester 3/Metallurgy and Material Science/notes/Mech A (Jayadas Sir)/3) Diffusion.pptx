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6" r:id="rId15"/>
    <p:sldId id="269" r:id="rId16"/>
    <p:sldId id="270" r:id="rId17"/>
    <p:sldId id="271" r:id="rId18"/>
    <p:sldId id="272" r:id="rId19"/>
    <p:sldId id="273" r:id="rId20"/>
    <p:sldId id="274" r:id="rId21"/>
    <p:sldId id="287" r:id="rId22"/>
    <p:sldId id="288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8" autoAdjust="0"/>
    <p:restoredTop sz="94660"/>
  </p:normalViewPr>
  <p:slideViewPr>
    <p:cSldViewPr snapToGrid="0">
      <p:cViewPr varScale="1">
        <p:scale>
          <a:sx n="95" d="100"/>
          <a:sy n="95" d="100"/>
        </p:scale>
        <p:origin x="8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8B011-DA52-42AB-9899-A47CF9D9914C}" type="datetimeFigureOut">
              <a:rPr lang="en-IN" smtClean="0"/>
              <a:t>17-10-2023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ECA74-DB66-46CA-B750-9FEA6230E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90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854D-5FA4-7C6B-6633-75A49BA0B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421C3-6D3E-76F7-4926-3394A5480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18FEF-F155-F2EA-786F-5904CF81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BE43-C3E9-4511-AB6D-FAD35C6F9A44}" type="datetime1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9F81-522F-1C19-90D6-5E1B7BDE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08927-F9F5-8309-7A04-502A7358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44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0AF9-3978-5DC3-D172-E558F2D6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4890-5AD6-9091-5087-E186B0288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78945-D0E5-4261-5CED-DA894A65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0B2-1E36-4EB0-814E-CF8B26D25693}" type="datetime1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82A27-635E-FC5B-B644-F7FF6373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10840-487D-0D27-F1B3-4DD6D984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61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14F9-C866-A3CC-AA2E-FBA208B05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52175-6ACD-10BF-2CFE-AD0D55BE6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6F3CB-D9D9-D81D-9E58-D261F4B6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1AFE-5536-4444-92D0-D83A801010CA}" type="datetime1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59882-E91A-ACF0-3F6E-18E17576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B6AA2-BCB4-5EB5-BFBC-ABBAA431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2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0201-033E-7002-A03E-0226C6FF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E098-ABCA-7955-1721-D4926DA69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27712-6720-DD0C-2DB7-3F3C59650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04C89-6882-5947-3E6B-F279A770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A8012-5A76-49F2-B509-173372AFC154}" type="datetime1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17594-52D9-CA6C-815F-849653E4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6C47B-BF34-0FEC-EB41-99C6485B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EB7E-59A4-93BE-AD22-6E1DC498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899EF-7345-1638-742B-DDF572616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BE748-4ADA-B3AE-2AC6-265B34EFC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4F272-7BE2-D6C5-365C-DE90994E7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91AEB-2DE9-6ECC-1E50-2E1400BDE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8F6CA-887F-1437-F137-F3834DFF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AF06-64CA-4839-920C-082A667ED5D7}" type="datetime1">
              <a:rPr lang="en-IN" smtClean="0"/>
              <a:t>17-10-2023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234A0-7104-067C-24B5-24D97293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F74FB2-298B-255E-78F6-F573EC75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97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A972-E2F2-9798-8E5F-6C895FCF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F65CC-16F4-B34F-28B0-0DAEB1DF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157A2-BE6E-4A3A-9BF6-F4211FCC6D60}" type="datetime1">
              <a:rPr lang="en-IN" smtClean="0"/>
              <a:t>17-10-2023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1300-0E8D-60FC-E125-AF902A2F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AA9E5-67B5-B13E-0B0A-7D0ED5F4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35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3D616-2072-3BF2-6BCA-BD0565FA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C5D80-0F5B-42E9-B8C3-EFECCA30469C}" type="datetime1">
              <a:rPr lang="en-IN" smtClean="0"/>
              <a:t>17-10-2023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F60CA-BAFC-B13B-4ACA-7DE490A3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CBF2-45BE-924E-7D8D-505F2ACA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02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39A7-BEE9-2387-7289-9359DE8C1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2743-8A99-59B0-F390-95C5246B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1187D-85DD-571D-FC16-A2C8A50DA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362A0-FD73-FAF8-6FA8-04A09CF8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E6044-0801-41B3-BE47-C84DE847D742}" type="datetime1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26788-040A-A7DB-B55B-4C936AC9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85AFC-2974-DB9D-E2E3-62BF52A6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84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768C-2684-FD6E-3897-2635C3E3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191BE-14B1-0B40-6D5B-890418821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E2D28-72CF-0F1F-1FB3-A6F31CEC9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4BEC9-C063-E033-7141-BDEDEECCF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7C0FA-6ACB-4B64-8A2B-4DBFAB93F32F}" type="datetime1">
              <a:rPr lang="en-IN" smtClean="0"/>
              <a:t>17-10-2023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918A9-71C5-D5BE-FAD4-99765A71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82BA1-C82B-9870-780F-6EF1BF08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44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A43A-9E3B-EC5C-3016-7915D0F1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14188-D74E-A14C-3673-C0317D47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35FBE-EA14-8833-3EDC-5EE1B27D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62C0-ED6E-4D9F-9DD6-44CD1B2B00EC}" type="datetime1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111C6-C72C-A784-3633-65938075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3A6D4-0450-1F9E-B0B4-B935BDF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2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1935C-7A1B-E0D3-B6CF-B4A759B73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062D5-328E-6A50-8C97-124EEB385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3734F-F9F0-8DB3-A83D-D989B875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F3883-4010-4D86-B40B-85678B2F9065}" type="datetime1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46A4D-4B47-8670-8C7A-25ABBAFF5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3A80A-D883-96E8-18FA-A1DFF340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1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D92824-F037-D1A1-00AA-78952807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2A0AB-E457-CF99-CA2F-8DAB7A10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688C9-351A-DC03-7F26-49C69F138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CCF5E-8A28-4328-84D3-655DF60FB8D1}" type="datetime1">
              <a:rPr lang="en-IN" smtClean="0"/>
              <a:t>17-10-2023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B48E5-9CB7-8461-47DB-D0C79ECBD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F25D0-85BD-E8CD-74F2-6091D7712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D248C-4E8E-4281-82FF-4908CA342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21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F286-8E6D-85BE-AE86-A4AB5CF98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2149" y="1695119"/>
            <a:ext cx="8835851" cy="147011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Diffusion</a:t>
            </a:r>
            <a:endParaRPr lang="en-IN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D58D0-246C-2ECF-C9F3-ACA7215E5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2346" y="5496448"/>
            <a:ext cx="5469654" cy="974690"/>
          </a:xfrm>
        </p:spPr>
        <p:txBody>
          <a:bodyPr/>
          <a:lstStyle/>
          <a:p>
            <a:pPr algn="r"/>
            <a:r>
              <a:rPr lang="en-US" b="1" dirty="0"/>
              <a:t>Metallurgy and Material Science</a:t>
            </a:r>
          </a:p>
          <a:p>
            <a:pPr algn="r"/>
            <a:r>
              <a:rPr lang="en-US" b="1" dirty="0"/>
              <a:t>S3 Mech </a:t>
            </a:r>
            <a:endParaRPr lang="en-IN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FB6B8-F353-BF50-0FB5-0D76231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70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F917BC-3E0F-EDD0-0B15-9051F899C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870" y="592921"/>
            <a:ext cx="8782260" cy="614087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D59BFB-6C71-890A-C463-B5986895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F9228-F9C7-4A23-ACB8-159CBC181F64}"/>
              </a:ext>
            </a:extLst>
          </p:cNvPr>
          <p:cNvSpPr txBox="1"/>
          <p:nvPr/>
        </p:nvSpPr>
        <p:spPr>
          <a:xfrm>
            <a:off x="7108790" y="5504770"/>
            <a:ext cx="381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Semiconductor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Heat treatment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9FD68EB-2F8B-E6E3-A2F5-CD53C785B55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15712" y="3464140"/>
            <a:ext cx="2764914" cy="14436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666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AEA02C-841B-D398-BACD-3EDAC08B0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30" y="161398"/>
            <a:ext cx="9093757" cy="628295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E8A3C-377D-CC6D-B732-CBBDC258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81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C5082-245A-95D4-A8AA-47585F4F6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73" y="136702"/>
            <a:ext cx="9314822" cy="651200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9CBDD-BBCD-0E7F-0E66-B532ACF0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25772-0F17-2DA0-9C2C-DC451B7DB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512" y="93428"/>
            <a:ext cx="9455499" cy="667114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51E569-28B8-5C9D-9DAD-51F1F32E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16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21B52-8BEC-C93F-02CB-640C98B36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818" y="133105"/>
            <a:ext cx="9283418" cy="65389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68923-8569-09C1-0704-9EBEBAD1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7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97B181-5D5C-2823-971E-554A9120B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21" y="118950"/>
            <a:ext cx="9445449" cy="66531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66C57-72A9-ABC3-0166-07AEB051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04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12ADB-0980-D7D6-4686-2B9F201A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383" y="66456"/>
            <a:ext cx="9241538" cy="65152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D374D-7384-C33D-7E54-659E3B6A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86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DA3FC-E1FD-9A96-77CE-40B6DC3CB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21" y="108080"/>
            <a:ext cx="9160476" cy="64735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BFF32-8B99-DB09-57FA-FBDA8B8B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30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037F4-3789-169C-0297-975164338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705" y="-17082"/>
            <a:ext cx="9645914" cy="67695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4BBF7-078B-C5A3-452A-49F4129F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84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1B7585-9B2F-B458-42CC-B9FBBD8CC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528" y="136525"/>
            <a:ext cx="9224387" cy="646959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C298B-5E80-1167-8893-76EE3507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11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860C1-F5EA-21F1-DE85-C6C2A267F1AC}"/>
              </a:ext>
            </a:extLst>
          </p:cNvPr>
          <p:cNvSpPr txBox="1"/>
          <p:nvPr/>
        </p:nvSpPr>
        <p:spPr>
          <a:xfrm>
            <a:off x="2516276" y="4495019"/>
            <a:ext cx="4316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latin typeface="TimesTenLTStd-Roman"/>
              </a:rPr>
              <a:t>M-m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TimesTenLTStd-Roman"/>
              </a:rPr>
              <a:t>ass (or, equivalently, the number of</a:t>
            </a:r>
          </a:p>
          <a:p>
            <a:pPr algn="l"/>
            <a:r>
              <a:rPr lang="en-IN" sz="1800" b="0" i="0" u="none" strike="noStrike" baseline="0" dirty="0">
                <a:solidFill>
                  <a:srgbClr val="0070C0"/>
                </a:solidFill>
                <a:latin typeface="TimesTenLTStd-Roman"/>
              </a:rPr>
              <a:t>atoms)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364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088154-7EE5-6A47-E486-15F687A38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44" y="69296"/>
            <a:ext cx="9515790" cy="678870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1AC40-FAC5-11E5-8010-453B1E16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9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900C2E-1204-A289-7C5C-59EC5FB25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774" y="140677"/>
            <a:ext cx="9378606" cy="66319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E9737-4DF2-4296-D6A3-6AB8E489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899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9B9CA7-01DF-C852-9C8D-B72F702E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C9E9B-072E-2EF5-15DE-11CED8AAB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" y="172427"/>
            <a:ext cx="7915081" cy="3937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328E11-7AD4-D324-8784-B104BE7AA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691" y="172427"/>
            <a:ext cx="2943225" cy="261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3A7EEC-0533-49AD-A7C4-7FFAC569D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488" y="3269816"/>
            <a:ext cx="39052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3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8802C8-DCF4-2090-E4CC-FDE12B478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25" y="994786"/>
            <a:ext cx="7327766" cy="51849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E9F42-AF42-5A39-26E2-C691290C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15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8F0C7D-1507-B23B-9D04-19E9C7E5A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944" y="2202787"/>
            <a:ext cx="3629025" cy="1028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DA24BF-E566-F1E5-E0F3-2C5137BB4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400" y="3231487"/>
            <a:ext cx="31146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22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CBE327-4CA0-842D-DC4E-39AC526C2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06" y="100484"/>
            <a:ext cx="9293431" cy="661181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3EB07-089C-224E-7B82-55B4602C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13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7515D-0A29-426F-C17F-DF9D2CE08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99" y="140677"/>
            <a:ext cx="9176952" cy="651133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A5806-2937-2C3D-78E8-DDEEE2FF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303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D2ECB-FDE6-A65B-B948-D871A954C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09" y="70337"/>
            <a:ext cx="9390446" cy="66319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19608-CC1C-F692-6B30-C6A06929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606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652A4-69FE-AD5A-56BD-3181150F7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65" y="221064"/>
            <a:ext cx="9145304" cy="64309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E39C-5E91-6FF6-1CBC-C05F2EDC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36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75DA6A-AEAB-EFFA-D758-25E5758B2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243" y="130629"/>
            <a:ext cx="9218582" cy="64711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89CED-8194-3110-01C9-CCDF4C92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571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23117-100E-E835-64FF-03FFD83D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3541D-617B-53CA-3C2C-BB7FB1AD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735" y="-12700"/>
            <a:ext cx="825817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0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B347D8-7520-FFF2-C640-48E96972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E6B58-191F-86BD-B493-EDAA98E93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2" y="847725"/>
            <a:ext cx="62388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98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D650C-979E-465D-BB38-565C4E970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21" y="100484"/>
            <a:ext cx="9208472" cy="653142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AE97-ED24-FD13-A63C-FB951E32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819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D0C0CD-20B2-F1B3-8E7C-E5D40630C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475" y="70338"/>
            <a:ext cx="9429421" cy="668215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F084A-24E3-C91C-1E89-772096B0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260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77136-8409-361B-5509-DC98951C3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40" y="0"/>
            <a:ext cx="9617685" cy="674244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DECF5-4ABA-6975-9E2C-587EAD48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767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12367E-A2B0-DCFF-DFF4-236AF42B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213" y="140678"/>
            <a:ext cx="9764056" cy="671732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E0578-75D4-4020-0DCA-5959574E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498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EA3BD-FFDA-940C-77EB-19FEA7F67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69" y="271305"/>
            <a:ext cx="8551572" cy="64008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8729E0-ED55-20DD-85D5-D00FB186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842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C41B0-0835-A71D-3975-FF78179F2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76" y="170822"/>
            <a:ext cx="9138075" cy="64008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8487F-7A62-159A-3E83-51F72796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047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94C7C4-7F61-E149-33E0-998F9CE9C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831" y="221065"/>
            <a:ext cx="8842691" cy="65615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7AA5-4424-30EC-48EC-92AC1822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53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82C34-D59A-CBAE-1E46-694CADCDC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542" y="1"/>
            <a:ext cx="9431738" cy="67022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F605-0739-D6D0-63E2-9DF1114F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76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9722FB-8818-01AF-254E-903D53DB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84" y="97971"/>
            <a:ext cx="9415326" cy="666205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91907-3845-14C7-207F-0B1284B7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86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0D2AE9-FAC8-79C3-5554-A7DD879E1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76" y="170822"/>
            <a:ext cx="9238493" cy="64711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F5F9-72AF-0A7D-EC94-29AE0E0A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53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B8A65-9954-E246-0D2F-3A38DBC7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46" y="136929"/>
            <a:ext cx="9219469" cy="659546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9E70-0776-BED4-2769-8A85F2E2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248C-4E8E-4281-82FF-4908CA342B29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19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55</Words>
  <Application>Microsoft Office PowerPoint</Application>
  <PresentationFormat>Widescreen</PresentationFormat>
  <Paragraphs>40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Arial Rounded MT Bold</vt:lpstr>
      <vt:lpstr>Calibri</vt:lpstr>
      <vt:lpstr>Calibri Light</vt:lpstr>
      <vt:lpstr>TimesTenLTStd-Roman</vt:lpstr>
      <vt:lpstr>Office Theme</vt:lpstr>
      <vt:lpstr>Diffusion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</dc:title>
  <dc:creator>Jayadas Haridas</dc:creator>
  <cp:lastModifiedBy>Jayadas Haridas</cp:lastModifiedBy>
  <cp:revision>43</cp:revision>
  <dcterms:created xsi:type="dcterms:W3CDTF">2023-10-17T04:15:45Z</dcterms:created>
  <dcterms:modified xsi:type="dcterms:W3CDTF">2023-10-17T07:50:41Z</dcterms:modified>
</cp:coreProperties>
</file>