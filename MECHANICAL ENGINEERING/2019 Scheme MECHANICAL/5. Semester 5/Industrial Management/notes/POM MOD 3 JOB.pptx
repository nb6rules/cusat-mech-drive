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4D5A-67EE-860A-D564-C5877B33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5B42C-EF31-685E-15D8-3970AB96F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0BD32-62F6-EDF8-6A15-A03BA9B0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F711-6CEA-4582-309A-C6A2F513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BDD4-2340-94B2-507E-283CFE9D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92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324C-4156-5556-1F46-B3E0DF00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4E0F-9454-1031-FDAF-573EB64A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82DB9-A1E4-A66C-0420-02A4CC73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AFCB4-CA5F-76DF-1FDA-FA8DAE704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39FF1-0F01-8977-A17F-E3AED5B2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0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89EFC-F497-DD25-B045-7E8B636E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3272-3B94-A59C-E2AD-1248A33ED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9DBE5-47AB-E59B-38FE-FD50B41F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82CA-710F-0277-F54D-2C168F1F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0C966-9B7D-C9A9-EAA2-D3ACF086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79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9AA4-21B8-C950-B9C5-4168A34C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CBA3-1068-03DC-85C1-7FA5B19E2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615A2-C799-B8E1-9E05-5D3E323EF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0A61E-022B-48F8-1512-9F74B352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F492B-B72A-92FB-3255-6C382493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7C434-CE26-2E27-B0E2-075EEFEC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32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3D4C-6792-1865-11E3-481465AD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CF28D-582E-4857-7ED7-777A7E8B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64738-D23B-2D64-F799-71AEDC15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C6A26-B027-BF49-87BE-80AB28BD3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D8A89-3BF9-5715-6261-284BB74A0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C29E6-3196-BC36-7AA8-FA6F1DCC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CF906-8A95-BCBD-E9BA-89BC87EB0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CB16A-9E94-1E09-E97A-6C126A045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6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6DFC-20A5-4349-4FD7-59F02B81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E467E-26E5-F794-4794-1D41124D8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F372A-B967-0B89-6535-3CDED005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81D9F-E8ED-98C0-37BE-E06D7E3B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78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530A7-1A5E-DD00-E105-3A699B0D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75273D-D3E1-67F2-FD3E-0B08DA0F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6DFFA-0E59-50E2-6E91-C361A1F7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95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A52B-A8CA-CA33-7707-9EB23DAE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7F51-3901-6687-EC1F-533977E3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DDD5A-EE66-D50E-7BF3-131935CB8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D1BBB-9564-D9B1-A51C-7E999FC9E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01A1E-8AF9-68F6-809A-5EF63124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65F27-43F3-263D-BA8F-18E20372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0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B7C3-A6D0-62DA-D35C-D0AF541A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51C3B-D657-2A0E-FF30-A6C1EF22D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12C36-69F9-48AF-F413-B91AD3AEC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39920-3FDD-C1AB-FB5F-D3B4AE1A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62A87-87E1-2AB0-0851-DB925755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CA115-DC1A-42E2-F3B7-1998166A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2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DF1C-C34C-5D95-04A9-EA8CFDD6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FDC59-CDB8-655A-A3A3-D3D450EF4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4274-E050-B02C-4239-00D4C4AD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5CEC-D718-BEB8-C5AE-8338F5E9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64513-4254-0BE2-26AA-5E841775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4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F4435-998E-C8A5-24FD-EF9B14CAD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9CEF1-4260-0428-1059-CFE30B237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D458-82A5-B2B6-D548-95CDD71A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EA0C6-905B-80A1-203C-4E4C6B70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87FF-BDAB-5D41-E075-1C360C6F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8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83D11-583D-1598-21C7-3B8A1D4B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EA56B-9CA2-B594-B750-14CA8DD42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C6BEA-5386-7352-3057-6E53D2537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9F88-75DF-4554-BA81-2AB7F5F9C4B1}" type="datetimeFigureOut">
              <a:rPr lang="en-IN" smtClean="0"/>
              <a:t>04-11-2024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DA29-412C-2884-AB8D-42FF0907B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BF752-36D4-3016-073E-E18C30FD1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44509-8D8C-4F8A-B639-0D42EBAB24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09AD304-74E7-E74A-4A7F-6ABFAD346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30" y="3602038"/>
            <a:ext cx="5624052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EVALUATION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MERIT RATING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ACCIDENTS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DF5FEF-AB41-BA4D-2EBC-721EF5918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393" y="1571625"/>
            <a:ext cx="4922736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426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E9B2-EB91-9BBC-E12F-49259719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EVALUATION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A0B9A-69B9-473D-FD91-24F686A55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Evaluation is a systematic process of evaluating different jobs of an organization.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upon the characteristics and requirements of a job, job evaluation determines its relative worth and attaches a value to it.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relative values of a jobs assist in deciding wages rates and salaries for different jobs.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Job evaluation deals with job only and is in no way concerned with the persons doing these jobs.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34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B96B-D62F-E02E-C0A5-6A5C63B2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JOB EVALUATION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43DB-32F0-5EFC-5618-B7FEBF664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the relative values of different jobs in an organization.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to formulate an appropriate and uniform wage structure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Clarifies the responsibility and authority concerned with each job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basis of recruitment, selection, training, promotion and transfer of the employees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employer-employee relationships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turnover .</a:t>
            </a:r>
          </a:p>
        </p:txBody>
      </p:sp>
    </p:spTree>
    <p:extLst>
      <p:ext uri="{BB962C8B-B14F-4D97-AF65-F5344CB8AC3E}">
        <p14:creationId xmlns:p14="http://schemas.microsoft.com/office/powerpoint/2010/main" val="327734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A0D1-A475-6289-67C0-EDF0CC0F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OF JOB EVALUATION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05FA4-5FB4-47DF-33DA-C32C18C1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method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method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comparison method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method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46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82D4-6AC2-5D7E-E4E5-334FA231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MERIT RATING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F452-21A7-8E63-D7F1-7BB9BA4DB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 Rating is a systematic and orderly approach to assess the relative worth of an employee working in an organization in terms of his job performance, integrity, leadership, intelligence,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Merit Rating provides a record of the worth of employees; therefore, can be put on the most appropriate jobs depending upon their capabilities.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 Rating unfolds the limitations of an employee and thus helps in employee improvement.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1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C873-BD5A-C338-56C8-41A0D2D8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MERIT RATING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F642-CE17-99B5-F761-708456549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Wage-increase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Assignments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Discharge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1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B9A8-02FB-6144-094E-8D39332F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OF MERIT RATING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C543-A22F-691F-0716-511EEF89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Scale Method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List Method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Comparison Method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23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4D6C-C09D-AD8B-DA03-E141283F2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88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ACCIDENTS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849BA-C9F8-7500-9D86-3BC3730C3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24256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Factories Act, 1948, an industrial accident has been defined as “an occurrence in an industrial establishment causing bodily injury to a person which makes him unfit to resume his duties in the next 48 hours.”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industrial accident is an unexpected occurrence in an industrial establishment causing  injury to one or more persons.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sudden or unexpected event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creates the obstacles in the path of smooth conduct of work and the worker is unable to perform his work either temporarily or permanently is called an accident.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50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CCDD-7B0D-FAFF-B46C-F439A586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CAUSES OF ACCIDENTS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2AED4-05D1-CA27-5D6B-D805D5E7C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visibility is a common cause of slips, trips, and falls. 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 temperature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workplace is too hot, overheating can occur.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 issues can develop if a workplace has poor ventilation and/or air pollution. 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 pollution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sound in a workplace can cause injury to a worker’s hearing.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85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3C34-8E4D-8340-6870-F775254C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CAUSES OF INDUSTRIAL ACCIDENTS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C0C7C-BD1A-3B35-3F98-8C7A71D9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Broken or damaged machine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Parts can be easily broken or damaged if made of poor-quality metal.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 partial power failure can lead to serious injury. </a:t>
            </a:r>
          </a:p>
          <a:p>
            <a:pPr algn="just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 or explosion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failure or a small spark can lead to a mechanical fire or explosion. </a:t>
            </a:r>
          </a:p>
          <a:p>
            <a:pPr algn="just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Wear and tear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older machine, the more wear and tear on the parts which can lead to a higher risk of mechanical accident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584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41F2-FF01-D603-1E8F-34A42921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FACTORS THAT CAUSE ACCIDENTS 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AACD-61B8-685B-1846-CA414E321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housekeeping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unkempt work space can lead to slips, trips, and falls. 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Fatigue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body is tired, injury is more likely to occur.  Overexertion – Overexertion injuries are the most common type of workplace injury. 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Stress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Workers who are stressed are often more distracted and of greater risk of injury. 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Dehydration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consume enough water to ensure you body functions properly. 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Improper Lifting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back strains and shoulder injuries are common among workers who use improper lifting techniques.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9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7224-E325-0B13-3C65-24051D1DC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EFFECTS OF INDUSTRIAL ACCIDENTS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4E3C5-27F7-1A67-FF53-33D96A002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to Industry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to workers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adversely affect the family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to customers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production costs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 to society</a:t>
            </a:r>
          </a:p>
        </p:txBody>
      </p:sp>
    </p:spTree>
    <p:extLst>
      <p:ext uri="{BB962C8B-B14F-4D97-AF65-F5344CB8AC3E}">
        <p14:creationId xmlns:p14="http://schemas.microsoft.com/office/powerpoint/2010/main" val="25081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643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JOB EVALUATION</vt:lpstr>
      <vt:lpstr>ROLE OF JOB EVALUATION</vt:lpstr>
      <vt:lpstr>METHODS OF JOB EVALUATION</vt:lpstr>
      <vt:lpstr>MERIT RATING</vt:lpstr>
      <vt:lpstr>MERIT RATING</vt:lpstr>
      <vt:lpstr>METHODS OF MERIT RATING</vt:lpstr>
      <vt:lpstr>INDUSTRIAL ACCIDENTS</vt:lpstr>
      <vt:lpstr>ENVIRONMENTAL CAUSES OF ACCIDENTS </vt:lpstr>
      <vt:lpstr>MECHANICAL CAUSES OF INDUSTRIAL ACCIDENTS </vt:lpstr>
      <vt:lpstr>HUMAN FACTORS THAT CAUSE ACCIDENTS </vt:lpstr>
      <vt:lpstr>EFFECTS OF INDUSTRIAL ACCIDENTS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  MODULE 3</dc:title>
  <dc:creator>HARI KRISHNAN</dc:creator>
  <cp:lastModifiedBy>yadhu gopinath</cp:lastModifiedBy>
  <cp:revision>6</cp:revision>
  <dcterms:created xsi:type="dcterms:W3CDTF">2022-10-30T09:58:59Z</dcterms:created>
  <dcterms:modified xsi:type="dcterms:W3CDTF">2024-11-04T08:17:56Z</dcterms:modified>
</cp:coreProperties>
</file>