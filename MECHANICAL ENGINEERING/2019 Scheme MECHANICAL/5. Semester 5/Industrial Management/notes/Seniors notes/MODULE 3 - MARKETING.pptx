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384" r:id="rId3"/>
    <p:sldId id="385" r:id="rId4"/>
    <p:sldId id="407" r:id="rId5"/>
    <p:sldId id="386" r:id="rId6"/>
    <p:sldId id="387" r:id="rId7"/>
    <p:sldId id="388" r:id="rId8"/>
    <p:sldId id="389" r:id="rId9"/>
    <p:sldId id="390" r:id="rId10"/>
    <p:sldId id="391" r:id="rId11"/>
    <p:sldId id="408" r:id="rId12"/>
    <p:sldId id="392" r:id="rId13"/>
    <p:sldId id="410" r:id="rId14"/>
    <p:sldId id="409" r:id="rId15"/>
    <p:sldId id="393" r:id="rId16"/>
    <p:sldId id="394" r:id="rId17"/>
    <p:sldId id="419" r:id="rId18"/>
    <p:sldId id="420" r:id="rId19"/>
    <p:sldId id="398" r:id="rId20"/>
    <p:sldId id="424" r:id="rId21"/>
    <p:sldId id="425" r:id="rId22"/>
    <p:sldId id="426" r:id="rId23"/>
    <p:sldId id="427" r:id="rId24"/>
    <p:sldId id="428" r:id="rId25"/>
    <p:sldId id="423" r:id="rId26"/>
    <p:sldId id="399" r:id="rId27"/>
    <p:sldId id="400" r:id="rId28"/>
    <p:sldId id="401" r:id="rId29"/>
    <p:sldId id="402" r:id="rId30"/>
    <p:sldId id="417" r:id="rId31"/>
    <p:sldId id="42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57" d="100"/>
          <a:sy n="57" d="100"/>
        </p:scale>
        <p:origin x="148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5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959A0-D7AF-4AD5-8CDC-50076C4CE05E}" type="datetimeFigureOut">
              <a:rPr lang="en-US" smtClean="0"/>
              <a:pPr/>
              <a:t>12/7/2023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6E3FD-6D8C-46FF-AC2F-4917D4B60DD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14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BB1A-1FEB-47D5-AB0B-3B54F177EBBD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470FF-B805-4771-9235-962ECC72ADEA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3534-7D6C-454A-851B-D2AB72363025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5CCB-1EEC-47B3-86D7-41D4042D5155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8AA7-411A-4EBE-A8A4-9C7FAE215C98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46707-76B6-4DEA-97FB-028F8461C6F4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301E-D7A9-449A-90D9-52E583434F58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FC9C-6DF9-42FD-BCB5-227E0A06EFEE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78A0-ED48-40BD-A958-C786CD259003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B49A-0D60-4A45-B342-6B952C46299F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729A5-CD6D-46A8-B57D-60159B9E94C6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177EF-6467-4FEC-8EDC-D092C09FC836}" type="datetime1">
              <a:rPr lang="en-US" smtClean="0"/>
              <a:pPr/>
              <a:t>12/7/2023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219200" y="1772816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Marketing</a:t>
            </a:r>
          </a:p>
          <a:p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7"/>
            <a:ext cx="7772400" cy="108011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Topics  (Part 2)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1340768"/>
            <a:ext cx="7992888" cy="525658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Marketing</a:t>
            </a: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marL="1714500" lvl="3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Market segmentation</a:t>
            </a:r>
          </a:p>
          <a:p>
            <a:pPr marL="1714500" lvl="3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Consumer market </a:t>
            </a:r>
            <a:r>
              <a:rPr lang="en-IN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Industrial markets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Pricing</a:t>
            </a: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Sales</a:t>
            </a: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Distribution</a:t>
            </a: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advertisements</a:t>
            </a: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14500" lvl="3" indent="-342900" algn="just">
              <a:lnSpc>
                <a:spcPct val="16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200" b="1" dirty="0">
              <a:solidFill>
                <a:srgbClr val="00B050"/>
              </a:solidFill>
              <a:latin typeface="Algerian" pitchFamily="82" charset="0"/>
            </a:endParaRPr>
          </a:p>
          <a:p>
            <a:pPr algn="l"/>
            <a:endParaRPr lang="en-I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Definition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289451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Marketing is the economic process by which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goods and services are exchanged between the producer and the consumer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their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values are determined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terms of money.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It’s a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system of interacting business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designed to plan, promote and distribute need-satisfying products and services to existing and potential consumers.</a:t>
            </a:r>
          </a:p>
          <a:p>
            <a:pPr algn="just">
              <a:lnSpc>
                <a:spcPct val="200000"/>
              </a:lnSpc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Marketing Management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289451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Marketing starts with the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identification of a specific need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on the part of the consumer and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ends with the satisfaction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that need.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includes all the strategic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planning, operations, activities, and processes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involved in achieving organizational goals by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delivering value to customers.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focuses on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satisfying customer requirements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identifying needs and wants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developing products and services to meet them.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Concept of Marketing Vs Selling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4993035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marketing concept gives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importance to consumers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and the concept holds that the key to achieving organizational goal consists in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determining the needs and wants of customers and delivering the desired satisfaction.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selling concept is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product-oriented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and the concept holds that the consumers normally will not buy enough of the organizations products and therefore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efforts must be made to force the customers to buy the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1"/>
          <a:ext cx="8229600" cy="503766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778">
                <a:tc>
                  <a:txBody>
                    <a:bodyPr/>
                    <a:lstStyle/>
                    <a:p>
                      <a:pPr algn="ctr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Selling</a:t>
                      </a:r>
                      <a:endParaRPr lang="en-IN" sz="2200" kern="12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Marketing</a:t>
                      </a:r>
                      <a:endParaRPr lang="en-IN" sz="2200" kern="12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778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None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   Product Oriented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Customer oriented</a:t>
                      </a:r>
                      <a:endParaRPr lang="en-US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778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None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   Emphasis on company (seller)</a:t>
                      </a:r>
                      <a:r>
                        <a:rPr lang="en-US" sz="2200" kern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needs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Emphasis on customer’s need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778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None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   Company oriented selling efforts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Market oriented selling efforts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4110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None/>
                      </a:pPr>
                      <a:r>
                        <a:rPr lang="en-US" sz="2200" kern="1200" baseline="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Goods are already produced and then sold at profit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3038" indent="-173038" algn="l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Customer demand determines </a:t>
                      </a:r>
                      <a:r>
                        <a:rPr lang="en-US" sz="2200" kern="1200" baseline="0" dirty="0"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production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778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None/>
                      </a:pPr>
                      <a:r>
                        <a:rPr lang="en-US" sz="2200" kern="1200" baseline="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Selling aims at short term objectives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   Aims at long term objectives</a:t>
                      </a:r>
                      <a:endParaRPr lang="en-IN" sz="22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Marketing System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Input :- Product, price, place and promotion (Marketing Mix).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Processor:- business organisation.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Output:- Sale of goods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Controller (Feed back system)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Objective:- Profit/Customer satisfaction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 Segmentation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Market segmentation is defined as “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taking the total heterogeneous market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a product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 dividing it into several segments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each of which tends to be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homogeneous in full significant aspects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consist of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grouping of consumers according to such characteristics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as income, age, taste for a product etc.</a:t>
            </a:r>
          </a:p>
          <a:p>
            <a:pPr algn="just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Types/Methods of Market Segmentation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Geographic Segmentation:- Based on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region, continent, country, climate of area etc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	Demographic Segmentation:- Based on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 of customers, family size, religion, community, occupation etc.</a:t>
            </a:r>
          </a:p>
          <a:p>
            <a:pPr marL="514350" indent="-51435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	Psychographic Segmentation:- Based on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personality types, lifestyles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Types/Methods of Market Segmentation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AutoNum type="arabicPeriod" startAt="4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Buyer behaviour Segmentation:- Different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customer groups expect different benefits from the same product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as such their motivations in owing it and their behaviour in buying it will be different.</a:t>
            </a:r>
          </a:p>
          <a:p>
            <a:pPr marL="514350" indent="-514350" algn="just">
              <a:buAutoNum type="arabicPeriod" startAt="4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5. 	Volume Segmentation:- Based on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quantity of purchase or the potential quantity of purchase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 algn="just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Marketing Mix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dirty="0"/>
              <a:t>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marketing mix refers to the blend of four controllable variables that companies use to influence the market responses –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product, pricing, promotion and channels of distribution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Marketing mixes used by various organizations may vary depending upon the strategies and tactics adopted by them.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Product</a:t>
            </a:r>
            <a:endParaRPr lang="en-IN" sz="32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435280" cy="56886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Prior to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adoption of the marketing concept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philosophy the major focus was on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technological or engineering dimensions of a product.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Today products are designed and developed by taking into consideration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needs and demands of the customers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the marketing view point an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optimal product design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would be one that will bring enough profits to the company and at the same time meets the needs and expectations of the customer.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Aesthetic and functional qualities of the product - 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any change in design should be properly planned and thought off before implementation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IN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Product Life Cycle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340768"/>
            <a:ext cx="6741348" cy="4857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Pricing</a:t>
            </a:r>
            <a:endParaRPr lang="en-IN" sz="32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544616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Price refers to the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exchange value of a product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or a service.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One of the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most important tasks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of a marketing manager is pricing.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Unless the product is priced properly,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 other elements of marketing mix may be rendered ineffective.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59735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factors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to be considered in pricing are: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Nature and extent of consumer demand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Total cost associated with the product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Legal aspects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Prices for similar products offered by competing firms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General economic conditions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Type of customers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Method of promotion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Distribution channels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Life cycle of the product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Profit considerations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Pricing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328592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Cost Plus Approach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Market or Demand Approach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Pricing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908720"/>
            <a:ext cx="8064896" cy="521744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Cost Plus Approach:- this approach is one of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commonly used methods of pricing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 In this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 total cost associated with production, selling and distribution are added with the desired profit.</a:t>
            </a:r>
          </a:p>
          <a:p>
            <a:pPr marL="342900" lvl="1" indent="-342900" algn="just">
              <a:lnSpc>
                <a:spcPct val="200000"/>
              </a:lnSpc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i.e. </a:t>
            </a:r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Product Price = Fixed Cost per Unit + Variable Cost per Unit + Profit margin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Pricing Methods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Market or Demand Approach:- In this method of pricing,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prices are not based on the total cost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but allow the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market forces (supply and demand) to determine the product price.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Example –Seasonal goods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0811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Promotion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492941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Promotion is communication to the potential buyer and includes all those activities that will facilitate the sale of a good or service or acceptance of an idea. Three important types of promotion are advertising, personnel selling and sales promotion.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Advertising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Advertising is any form of paid presentation of ideas, goods or services for the purpose of inducing people to buy In short, “advertising is salesmanship without a personal salesman”.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568952" cy="549709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Providing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 information about the existence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of the product.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technical information about its functional characteristics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or utilitarian purposes.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Drawing the customer’s attention to those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attributes of the product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which he wants.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Winning undecided customers by exhibiting possible attractions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(such as colour, design, novelty and price) that may persuade him to prefer the product to one offered by competitors.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Creating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demand among a passive population of customers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Educating the customer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or telling him what he should want.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Advertising Medium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6166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An advertising medium is a carrier of information to be advertised. The commonly used media for advertising are as follows: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Newspapers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Magazines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Catalogues and leaflets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Radio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Television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Internet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Public transports such as buses, trains, etc.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Outdoor billboards (hoardings) such as on highways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Slides and film shows in cinemas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Personal Selling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Personal selling refers to oral presentation to one or more customers in a face to face situation to persuade them to purchase the product. It involves two way communications between salesman and buyers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010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Personal Selling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5184576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Some of the positive aspects associated with personal selling are as follows: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salesman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act as a consultant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to the customers.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salesman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 adjust his message and presentation according to the needs of the situation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and type of customer.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salesman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 clear the doubts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of the customers related with the use or functional aspects of the product.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Personal selling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develops social relations with customers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and builds reputation of the company.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Quick feed back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can be obtained through personnel selling</a:t>
            </a: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Sales promotion</a:t>
            </a:r>
            <a:endParaRPr lang="en-IN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4929411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All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activities that go into the development of sales or those that are intended to raise the demand level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for a product very quickly can be termed as sales promotion. 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idea behind sales promotion is to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bring the name of product and that of the manufacturer constantly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before wholesalers, retailers and the consumers in order to stimulate the interest in the product.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06090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Methods of Sales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57166"/>
            <a:ext cx="8435280" cy="6715172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Consumer Promotion: Persuading consumers to buy; these include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samples, money refund offers, prices-off, trading stamps, contest and competitions, etc.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Trade Promotion: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Giving incentives to distributor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 and others to hold stocks of company products. 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Sales Force Promotion: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Offering bonuses, contests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etc. for the salesmen.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Good Public Relations: 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Developing goodwill among general public and boosting sales.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634082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Methods of Sales Promotion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28604"/>
            <a:ext cx="8712968" cy="6234486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Display: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Displays at the point of sale, using posters, banners, placards and leaflets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to attract the customers’ attention to the product.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Good Customer Relations: Good customer relations are basically the result of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past transactions with the company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Speedy handling of complaint, assistance in emergencies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abiding by announced policies, etc. all develops good customer relations and increase future sale of company products.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 exhibitions, demonstrations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and conferences.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Latest product styling and appealing product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packaging catch the eye of the consumer and develop sales volume.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Physical Distribution/</a:t>
            </a:r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Channels of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568952" cy="4968552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 channel of distribution is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route that the product follows in its passage from the producer to the consumer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Factors affecting this route are: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Nature of good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Nature and location of the markets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Price of the product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Availability of middlemen, transportation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Sales effort required by the middlemen, and</a:t>
            </a:r>
          </a:p>
          <a:p>
            <a:pPr marL="12573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Resources of the manufacturer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Physical Distribution/</a:t>
            </a:r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Channels of Distribution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62500" lnSpcReduction="20000"/>
          </a:bodyPr>
          <a:lstStyle/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Channels of Distribution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 mean the </a:t>
            </a:r>
            <a:r>
              <a:rPr lang="en-US" sz="3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intermediaries or the process through which the products are transferred from the producers to ultimate user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s. </a:t>
            </a: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Physical Distribution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 is concerned with the flow of goods to the ultimate consumers which includes transportation, warehousing and inventory management.</a:t>
            </a:r>
            <a:endParaRPr lang="en-IN" sz="31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Channel management mainly deals with two problems:</a:t>
            </a:r>
          </a:p>
          <a:p>
            <a:pPr marL="1714500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Channel selection</a:t>
            </a:r>
          </a:p>
          <a:p>
            <a:pPr marL="1714500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Maintaining the channel</a:t>
            </a:r>
            <a:endParaRPr lang="en-US" sz="31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Consumer market v/s Industrial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32859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Industrial Marketing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 It refers to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sale of either products or services or both by one organization to other organizations that further resell the same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or utilize to support their own system.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Consumer Marketing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 on the other hand refers to the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transaction of goods and services between organizations and potential customers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Industrial/Business marketers do not entertain consumers who purchase products and services for their end-use. They deal only with other businesses/firms to sell their products.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 consumer markets, products are sold to consumers either for their own use or use by their family members.</a:t>
            </a: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1008112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Consumer market v/s Industrial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14356"/>
            <a:ext cx="8640960" cy="53285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major types of industries making up the industrial market (business market) are agriculture, forestry, and fisheries; mining; manufacturing; construction and transportation; communication and public utilities; banking, finance, and insurance; and services.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Consumer market: Consumer markets are systems that allow consumers to make purchases or products or services. The power within a consumer market in the hands of the consumer. For example, when you buy tickets to a concert you are purchasing a service and not a product.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27298</TotalTime>
  <Words>1784</Words>
  <Application>Microsoft Office PowerPoint</Application>
  <PresentationFormat>On-screen Show (4:3)</PresentationFormat>
  <Paragraphs>157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Topics  (Part 2)</vt:lpstr>
      <vt:lpstr>Definition</vt:lpstr>
      <vt:lpstr>Marketing Management</vt:lpstr>
      <vt:lpstr>Concept of Marketing Vs Selling</vt:lpstr>
      <vt:lpstr>PowerPoint Presentation</vt:lpstr>
      <vt:lpstr>Marketing System</vt:lpstr>
      <vt:lpstr>Market Segmentation</vt:lpstr>
      <vt:lpstr>Types/Methods of Market Segmentation</vt:lpstr>
      <vt:lpstr>Types/Methods of Market Segmentation</vt:lpstr>
      <vt:lpstr>Marketing Mix</vt:lpstr>
      <vt:lpstr>Product</vt:lpstr>
      <vt:lpstr>Product Life Cycle</vt:lpstr>
      <vt:lpstr>Pricing</vt:lpstr>
      <vt:lpstr>PowerPoint Presentation</vt:lpstr>
      <vt:lpstr>Pricing Methods</vt:lpstr>
      <vt:lpstr>Pricing Methods</vt:lpstr>
      <vt:lpstr>Pricing Methods</vt:lpstr>
      <vt:lpstr>Promotion</vt:lpstr>
      <vt:lpstr>Advertising</vt:lpstr>
      <vt:lpstr>Objectives</vt:lpstr>
      <vt:lpstr>Advertising Medium</vt:lpstr>
      <vt:lpstr>Personal Selling</vt:lpstr>
      <vt:lpstr>Personal Selling</vt:lpstr>
      <vt:lpstr>Sales promotion</vt:lpstr>
      <vt:lpstr>Methods of Sales Promotion</vt:lpstr>
      <vt:lpstr>Methods of Sales Promotion</vt:lpstr>
      <vt:lpstr>Physical Distribution/Channels of Distribution</vt:lpstr>
      <vt:lpstr>Physical Distribution/Channels of Distribution</vt:lpstr>
      <vt:lpstr>Consumer market v/s Industrial markets</vt:lpstr>
      <vt:lpstr>Consumer market v/s Industrial markets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Faizal</dc:creator>
  <cp:lastModifiedBy>Sriram K</cp:lastModifiedBy>
  <cp:revision>1006</cp:revision>
  <dcterms:created xsi:type="dcterms:W3CDTF">2016-07-20T05:03:16Z</dcterms:created>
  <dcterms:modified xsi:type="dcterms:W3CDTF">2023-12-07T06:26:24Z</dcterms:modified>
</cp:coreProperties>
</file>