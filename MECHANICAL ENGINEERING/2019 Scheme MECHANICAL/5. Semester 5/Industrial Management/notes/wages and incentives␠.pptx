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0" r:id="rId3"/>
    <p:sldId id="416" r:id="rId4"/>
    <p:sldId id="415" r:id="rId5"/>
    <p:sldId id="446" r:id="rId6"/>
    <p:sldId id="421" r:id="rId7"/>
    <p:sldId id="447" r:id="rId8"/>
    <p:sldId id="442" r:id="rId9"/>
    <p:sldId id="444" r:id="rId10"/>
    <p:sldId id="445" r:id="rId11"/>
    <p:sldId id="410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93B9D6A-3BE3-4CD5-ADFF-AD2B5AFB35BB}">
          <p14:sldIdLst>
            <p14:sldId id="256"/>
            <p14:sldId id="260"/>
            <p14:sldId id="416"/>
            <p14:sldId id="415"/>
            <p14:sldId id="446"/>
            <p14:sldId id="421"/>
            <p14:sldId id="447"/>
            <p14:sldId id="442"/>
            <p14:sldId id="444"/>
            <p14:sldId id="445"/>
          </p14:sldIdLst>
        </p14:section>
        <p14:section name="Untitled Section" id="{CEC85403-C16F-428C-8D46-1BB4B193746D}">
          <p14:sldIdLst>
            <p14:sldId id="4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/>
    <p:restoredTop sz="94592"/>
  </p:normalViewPr>
  <p:slideViewPr>
    <p:cSldViewPr snapToGrid="0">
      <p:cViewPr varScale="1">
        <p:scale>
          <a:sx n="103" d="100"/>
          <a:sy n="103" d="100"/>
        </p:scale>
        <p:origin x="65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ul sasikumar" userId="7c065f750e3fa671" providerId="LiveId" clId="{14933553-C9E4-46C0-8B21-CF9D87F22B42}"/>
    <pc:docChg chg="undo custSel addSld delSld modSld sldOrd addSection modSection">
      <pc:chgData name="nakul sasikumar" userId="7c065f750e3fa671" providerId="LiveId" clId="{14933553-C9E4-46C0-8B21-CF9D87F22B42}" dt="2022-08-29T17:27:21.775" v="2261" actId="478"/>
      <pc:docMkLst>
        <pc:docMk/>
      </pc:docMkLst>
      <pc:sldChg chg="delSp modSp mod">
        <pc:chgData name="nakul sasikumar" userId="7c065f750e3fa671" providerId="LiveId" clId="{14933553-C9E4-46C0-8B21-CF9D87F22B42}" dt="2022-08-29T17:27:21.775" v="2261" actId="478"/>
        <pc:sldMkLst>
          <pc:docMk/>
          <pc:sldMk cId="0" sldId="256"/>
        </pc:sldMkLst>
        <pc:spChg chg="mod">
          <ac:chgData name="nakul sasikumar" userId="7c065f750e3fa671" providerId="LiveId" clId="{14933553-C9E4-46C0-8B21-CF9D87F22B42}" dt="2022-08-29T17:14:36.501" v="1782" actId="20577"/>
          <ac:spMkLst>
            <pc:docMk/>
            <pc:sldMk cId="0" sldId="256"/>
            <ac:spMk id="86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0:00:38.380" v="271" actId="20577"/>
          <ac:spMkLst>
            <pc:docMk/>
            <pc:sldMk cId="0" sldId="256"/>
            <ac:spMk id="87" creationId="{00000000-0000-0000-0000-000000000000}"/>
          </ac:spMkLst>
        </pc:spChg>
        <pc:cxnChg chg="del">
          <ac:chgData name="nakul sasikumar" userId="7c065f750e3fa671" providerId="LiveId" clId="{14933553-C9E4-46C0-8B21-CF9D87F22B42}" dt="2022-08-29T17:27:21.775" v="2261" actId="478"/>
          <ac:cxnSpMkLst>
            <pc:docMk/>
            <pc:sldMk cId="0" sldId="256"/>
            <ac:cxnSpMk id="88" creationId="{00000000-0000-0000-0000-000000000000}"/>
          </ac:cxnSpMkLst>
        </pc:cxnChg>
      </pc:sldChg>
      <pc:sldChg chg="modSp mod">
        <pc:chgData name="nakul sasikumar" userId="7c065f750e3fa671" providerId="LiveId" clId="{14933553-C9E4-46C0-8B21-CF9D87F22B42}" dt="2022-08-29T17:15:14.226" v="1788" actId="20577"/>
        <pc:sldMkLst>
          <pc:docMk/>
          <pc:sldMk cId="3234596115" sldId="259"/>
        </pc:sldMkLst>
        <pc:spChg chg="mod">
          <ac:chgData name="nakul sasikumar" userId="7c065f750e3fa671" providerId="LiveId" clId="{14933553-C9E4-46C0-8B21-CF9D87F22B42}" dt="2022-08-29T17:14:48.898" v="1783" actId="207"/>
          <ac:spMkLst>
            <pc:docMk/>
            <pc:sldMk cId="3234596115" sldId="259"/>
            <ac:spMk id="2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5:14.226" v="1788" actId="20577"/>
          <ac:spMkLst>
            <pc:docMk/>
            <pc:sldMk cId="3234596115" sldId="259"/>
            <ac:spMk id="3" creationId="{00000000-0000-0000-0000-000000000000}"/>
          </ac:spMkLst>
        </pc:spChg>
      </pc:sldChg>
      <pc:sldChg chg="modSp mod">
        <pc:chgData name="nakul sasikumar" userId="7c065f750e3fa671" providerId="LiveId" clId="{14933553-C9E4-46C0-8B21-CF9D87F22B42}" dt="2022-08-29T17:16:28.393" v="1856" actId="20577"/>
        <pc:sldMkLst>
          <pc:docMk/>
          <pc:sldMk cId="3349758593" sldId="260"/>
        </pc:sldMkLst>
        <pc:spChg chg="mod">
          <ac:chgData name="nakul sasikumar" userId="7c065f750e3fa671" providerId="LiveId" clId="{14933553-C9E4-46C0-8B21-CF9D87F22B42}" dt="2022-08-29T10:00:52.228" v="281" actId="20577"/>
          <ac:spMkLst>
            <pc:docMk/>
            <pc:sldMk cId="3349758593" sldId="260"/>
            <ac:spMk id="106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0:01:11.915" v="298" actId="20577"/>
          <ac:spMkLst>
            <pc:docMk/>
            <pc:sldMk cId="3349758593" sldId="260"/>
            <ac:spMk id="107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6:28.393" v="1856" actId="20577"/>
          <ac:spMkLst>
            <pc:docMk/>
            <pc:sldMk cId="3349758593" sldId="260"/>
            <ac:spMk id="108" creationId="{00000000-0000-0000-0000-000000000000}"/>
          </ac:spMkLst>
        </pc:spChg>
      </pc:sldChg>
      <pc:sldChg chg="del">
        <pc:chgData name="nakul sasikumar" userId="7c065f750e3fa671" providerId="LiveId" clId="{14933553-C9E4-46C0-8B21-CF9D87F22B42}" dt="2022-08-29T17:09:48.703" v="1430" actId="2696"/>
        <pc:sldMkLst>
          <pc:docMk/>
          <pc:sldMk cId="1172626322" sldId="262"/>
        </pc:sldMkLst>
      </pc:sldChg>
      <pc:sldChg chg="del">
        <pc:chgData name="nakul sasikumar" userId="7c065f750e3fa671" providerId="LiveId" clId="{14933553-C9E4-46C0-8B21-CF9D87F22B42}" dt="2022-08-29T17:10:57.625" v="1522" actId="2696"/>
        <pc:sldMkLst>
          <pc:docMk/>
          <pc:sldMk cId="4102731421" sldId="263"/>
        </pc:sldMkLst>
      </pc:sldChg>
      <pc:sldChg chg="modSp del mod">
        <pc:chgData name="nakul sasikumar" userId="7c065f750e3fa671" providerId="LiveId" clId="{14933553-C9E4-46C0-8B21-CF9D87F22B42}" dt="2022-08-29T17:12:56.568" v="1661" actId="2696"/>
        <pc:sldMkLst>
          <pc:docMk/>
          <pc:sldMk cId="2865483298" sldId="264"/>
        </pc:sldMkLst>
        <pc:spChg chg="mod">
          <ac:chgData name="nakul sasikumar" userId="7c065f750e3fa671" providerId="LiveId" clId="{14933553-C9E4-46C0-8B21-CF9D87F22B42}" dt="2022-08-29T17:11:32.275" v="1555" actId="20577"/>
          <ac:spMkLst>
            <pc:docMk/>
            <pc:sldMk cId="2865483298" sldId="264"/>
            <ac:spMk id="106" creationId="{00000000-0000-0000-0000-000000000000}"/>
          </ac:spMkLst>
        </pc:spChg>
      </pc:sldChg>
      <pc:sldChg chg="del">
        <pc:chgData name="nakul sasikumar" userId="7c065f750e3fa671" providerId="LiveId" clId="{14933553-C9E4-46C0-8B21-CF9D87F22B42}" dt="2022-08-29T17:12:56.568" v="1661" actId="2696"/>
        <pc:sldMkLst>
          <pc:docMk/>
          <pc:sldMk cId="1298290262" sldId="265"/>
        </pc:sldMkLst>
      </pc:sldChg>
      <pc:sldChg chg="del">
        <pc:chgData name="nakul sasikumar" userId="7c065f750e3fa671" providerId="LiveId" clId="{14933553-C9E4-46C0-8B21-CF9D87F22B42}" dt="2022-08-29T17:12:56.568" v="1661" actId="2696"/>
        <pc:sldMkLst>
          <pc:docMk/>
          <pc:sldMk cId="818056140" sldId="266"/>
        </pc:sldMkLst>
      </pc:sldChg>
      <pc:sldChg chg="del">
        <pc:chgData name="nakul sasikumar" userId="7c065f750e3fa671" providerId="LiveId" clId="{14933553-C9E4-46C0-8B21-CF9D87F22B42}" dt="2022-08-29T17:12:56.568" v="1661" actId="2696"/>
        <pc:sldMkLst>
          <pc:docMk/>
          <pc:sldMk cId="959956170" sldId="267"/>
        </pc:sldMkLst>
      </pc:sldChg>
      <pc:sldChg chg="del">
        <pc:chgData name="nakul sasikumar" userId="7c065f750e3fa671" providerId="LiveId" clId="{14933553-C9E4-46C0-8B21-CF9D87F22B42}" dt="2022-08-29T17:12:56.568" v="1661" actId="2696"/>
        <pc:sldMkLst>
          <pc:docMk/>
          <pc:sldMk cId="1704501825" sldId="268"/>
        </pc:sldMkLst>
      </pc:sldChg>
      <pc:sldChg chg="modSp mod">
        <pc:chgData name="nakul sasikumar" userId="7c065f750e3fa671" providerId="LiveId" clId="{14933553-C9E4-46C0-8B21-CF9D87F22B42}" dt="2022-08-29T17:12:43.021" v="1660" actId="20577"/>
        <pc:sldMkLst>
          <pc:docMk/>
          <pc:sldMk cId="1443669933" sldId="278"/>
        </pc:sldMkLst>
        <pc:spChg chg="mod">
          <ac:chgData name="nakul sasikumar" userId="7c065f750e3fa671" providerId="LiveId" clId="{14933553-C9E4-46C0-8B21-CF9D87F22B42}" dt="2022-08-29T17:12:05.218" v="1611" actId="20577"/>
          <ac:spMkLst>
            <pc:docMk/>
            <pc:sldMk cId="1443669933" sldId="278"/>
            <ac:spMk id="190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2:14.114" v="1618" actId="20577"/>
          <ac:spMkLst>
            <pc:docMk/>
            <pc:sldMk cId="1443669933" sldId="278"/>
            <ac:spMk id="191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2:25.320" v="1636" actId="20577"/>
          <ac:spMkLst>
            <pc:docMk/>
            <pc:sldMk cId="1443669933" sldId="278"/>
            <ac:spMk id="192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2:33.216" v="1646" actId="20577"/>
          <ac:spMkLst>
            <pc:docMk/>
            <pc:sldMk cId="1443669933" sldId="278"/>
            <ac:spMk id="193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2:43.021" v="1660" actId="20577"/>
          <ac:spMkLst>
            <pc:docMk/>
            <pc:sldMk cId="1443669933" sldId="278"/>
            <ac:spMk id="194" creationId="{00000000-0000-0000-0000-000000000000}"/>
          </ac:spMkLst>
        </pc:spChg>
      </pc:sldChg>
      <pc:sldChg chg="addSp delSp modSp new mod">
        <pc:chgData name="nakul sasikumar" userId="7c065f750e3fa671" providerId="LiveId" clId="{14933553-C9E4-46C0-8B21-CF9D87F22B42}" dt="2022-08-29T08:53:07.491" v="132" actId="478"/>
        <pc:sldMkLst>
          <pc:docMk/>
          <pc:sldMk cId="3310972554" sldId="279"/>
        </pc:sldMkLst>
        <pc:spChg chg="mod">
          <ac:chgData name="nakul sasikumar" userId="7c065f750e3fa671" providerId="LiveId" clId="{14933553-C9E4-46C0-8B21-CF9D87F22B42}" dt="2022-08-29T08:52:02.994" v="12" actId="122"/>
          <ac:spMkLst>
            <pc:docMk/>
            <pc:sldMk cId="3310972554" sldId="279"/>
            <ac:spMk id="2" creationId="{F70A16B1-6578-5A27-3967-77C9ED8499F8}"/>
          </ac:spMkLst>
        </pc:spChg>
        <pc:spChg chg="del">
          <ac:chgData name="nakul sasikumar" userId="7c065f750e3fa671" providerId="LiveId" clId="{14933553-C9E4-46C0-8B21-CF9D87F22B42}" dt="2022-08-29T08:51:38.763" v="3" actId="478"/>
          <ac:spMkLst>
            <pc:docMk/>
            <pc:sldMk cId="3310972554" sldId="279"/>
            <ac:spMk id="3" creationId="{B2C8D189-9079-3E54-A717-C1D49963C337}"/>
          </ac:spMkLst>
        </pc:spChg>
        <pc:spChg chg="del">
          <ac:chgData name="nakul sasikumar" userId="7c065f750e3fa671" providerId="LiveId" clId="{14933553-C9E4-46C0-8B21-CF9D87F22B42}" dt="2022-08-29T08:53:07.491" v="132" actId="478"/>
          <ac:spMkLst>
            <pc:docMk/>
            <pc:sldMk cId="3310972554" sldId="279"/>
            <ac:spMk id="4" creationId="{451CA085-DF06-0DDD-49AB-C8BF7BDDC084}"/>
          </ac:spMkLst>
        </pc:spChg>
        <pc:picChg chg="add mod">
          <ac:chgData name="nakul sasikumar" userId="7c065f750e3fa671" providerId="LiveId" clId="{14933553-C9E4-46C0-8B21-CF9D87F22B42}" dt="2022-08-29T08:51:34.676" v="2" actId="14100"/>
          <ac:picMkLst>
            <pc:docMk/>
            <pc:sldMk cId="3310972554" sldId="279"/>
            <ac:picMk id="6" creationId="{82908DC7-30DE-A922-D46B-2416ABC6E6CD}"/>
          </ac:picMkLst>
        </pc:picChg>
        <pc:picChg chg="add mod">
          <ac:chgData name="nakul sasikumar" userId="7c065f750e3fa671" providerId="LiveId" clId="{14933553-C9E4-46C0-8B21-CF9D87F22B42}" dt="2022-08-29T08:53:00.252" v="131" actId="1037"/>
          <ac:picMkLst>
            <pc:docMk/>
            <pc:sldMk cId="3310972554" sldId="279"/>
            <ac:picMk id="8" creationId="{D69D84B3-20C5-09CF-979D-7AC2317A158C}"/>
          </ac:picMkLst>
        </pc:picChg>
      </pc:sldChg>
      <pc:sldChg chg="modSp add mod">
        <pc:chgData name="nakul sasikumar" userId="7c065f750e3fa671" providerId="LiveId" clId="{14933553-C9E4-46C0-8B21-CF9D87F22B42}" dt="2022-08-29T17:17:11.335" v="1890" actId="1076"/>
        <pc:sldMkLst>
          <pc:docMk/>
          <pc:sldMk cId="0" sldId="323"/>
        </pc:sldMkLst>
        <pc:spChg chg="mod">
          <ac:chgData name="nakul sasikumar" userId="7c065f750e3fa671" providerId="LiveId" clId="{14933553-C9E4-46C0-8B21-CF9D87F22B42}" dt="2022-08-29T10:05:01.603" v="300" actId="27636"/>
          <ac:spMkLst>
            <pc:docMk/>
            <pc:sldMk cId="0" sldId="323"/>
            <ac:spMk id="2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7:17:01.248" v="1888" actId="6549"/>
          <ac:spMkLst>
            <pc:docMk/>
            <pc:sldMk cId="0" sldId="323"/>
            <ac:spMk id="3" creationId="{00000000-0000-0000-0000-000000000000}"/>
          </ac:spMkLst>
        </pc:spChg>
        <pc:picChg chg="mod">
          <ac:chgData name="nakul sasikumar" userId="7c065f750e3fa671" providerId="LiveId" clId="{14933553-C9E4-46C0-8B21-CF9D87F22B42}" dt="2022-08-29T17:17:11.335" v="1890" actId="1076"/>
          <ac:picMkLst>
            <pc:docMk/>
            <pc:sldMk cId="0" sldId="323"/>
            <ac:picMk id="5" creationId="{1521AB79-1081-43E8-9D22-80781E0404A1}"/>
          </ac:picMkLst>
        </pc:picChg>
      </pc:sldChg>
      <pc:sldChg chg="add">
        <pc:chgData name="nakul sasikumar" userId="7c065f750e3fa671" providerId="LiveId" clId="{14933553-C9E4-46C0-8B21-CF9D87F22B42}" dt="2022-08-29T10:05:01.505" v="299"/>
        <pc:sldMkLst>
          <pc:docMk/>
          <pc:sldMk cId="0" sldId="324"/>
        </pc:sldMkLst>
      </pc:sldChg>
      <pc:sldChg chg="add del">
        <pc:chgData name="nakul sasikumar" userId="7c065f750e3fa671" providerId="LiveId" clId="{14933553-C9E4-46C0-8B21-CF9D87F22B42}" dt="2022-08-29T15:51:46.344" v="318" actId="2696"/>
        <pc:sldMkLst>
          <pc:docMk/>
          <pc:sldMk cId="0" sldId="325"/>
        </pc:sldMkLst>
      </pc:sldChg>
      <pc:sldChg chg="add">
        <pc:chgData name="nakul sasikumar" userId="7c065f750e3fa671" providerId="LiveId" clId="{14933553-C9E4-46C0-8B21-CF9D87F22B42}" dt="2022-08-29T10:05:01.505" v="299"/>
        <pc:sldMkLst>
          <pc:docMk/>
          <pc:sldMk cId="0" sldId="326"/>
        </pc:sldMkLst>
      </pc:sldChg>
      <pc:sldChg chg="add del">
        <pc:chgData name="nakul sasikumar" userId="7c065f750e3fa671" providerId="LiveId" clId="{14933553-C9E4-46C0-8B21-CF9D87F22B42}" dt="2022-08-29T15:51:18.088" v="317" actId="2696"/>
        <pc:sldMkLst>
          <pc:docMk/>
          <pc:sldMk cId="0" sldId="327"/>
        </pc:sldMkLst>
      </pc:sldChg>
      <pc:sldChg chg="modSp add del mod">
        <pc:chgData name="nakul sasikumar" userId="7c065f750e3fa671" providerId="LiveId" clId="{14933553-C9E4-46C0-8B21-CF9D87F22B42}" dt="2022-08-29T16:17:15.302" v="469" actId="2696"/>
        <pc:sldMkLst>
          <pc:docMk/>
          <pc:sldMk cId="0" sldId="328"/>
        </pc:sldMkLst>
        <pc:spChg chg="mod">
          <ac:chgData name="nakul sasikumar" userId="7c065f750e3fa671" providerId="LiveId" clId="{14933553-C9E4-46C0-8B21-CF9D87F22B42}" dt="2022-08-29T15:53:40.302" v="324" actId="141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6:15:30.133" v="342" actId="21"/>
          <ac:spMkLst>
            <pc:docMk/>
            <pc:sldMk cId="0" sldId="328"/>
            <ac:spMk id="3" creationId="{00000000-0000-0000-0000-000000000000}"/>
          </ac:spMkLst>
        </pc:spChg>
      </pc:sldChg>
      <pc:sldChg chg="add del">
        <pc:chgData name="nakul sasikumar" userId="7c065f750e3fa671" providerId="LiveId" clId="{14933553-C9E4-46C0-8B21-CF9D87F22B42}" dt="2022-08-29T16:17:19.333" v="470" actId="2696"/>
        <pc:sldMkLst>
          <pc:docMk/>
          <pc:sldMk cId="0" sldId="331"/>
        </pc:sldMkLst>
      </pc:sldChg>
      <pc:sldChg chg="modSp add del mod">
        <pc:chgData name="nakul sasikumar" userId="7c065f750e3fa671" providerId="LiveId" clId="{14933553-C9E4-46C0-8B21-CF9D87F22B42}" dt="2022-08-29T16:25:04.214" v="604" actId="2696"/>
        <pc:sldMkLst>
          <pc:docMk/>
          <pc:sldMk cId="0" sldId="332"/>
        </pc:sldMkLst>
        <pc:spChg chg="mod">
          <ac:chgData name="nakul sasikumar" userId="7c065f750e3fa671" providerId="LiveId" clId="{14933553-C9E4-46C0-8B21-CF9D87F22B42}" dt="2022-08-29T10:05:01.634" v="301" actId="27636"/>
          <ac:spMkLst>
            <pc:docMk/>
            <pc:sldMk cId="0" sldId="332"/>
            <ac:spMk id="2" creationId="{00000000-0000-0000-0000-000000000000}"/>
          </ac:spMkLst>
        </pc:spChg>
        <pc:spChg chg="mod">
          <ac:chgData name="nakul sasikumar" userId="7c065f750e3fa671" providerId="LiveId" clId="{14933553-C9E4-46C0-8B21-CF9D87F22B42}" dt="2022-08-29T16:14:43.097" v="332" actId="20577"/>
          <ac:spMkLst>
            <pc:docMk/>
            <pc:sldMk cId="0" sldId="332"/>
            <ac:spMk id="3" creationId="{00000000-0000-0000-0000-000000000000}"/>
          </ac:spMkLst>
        </pc:spChg>
      </pc:sldChg>
      <pc:sldChg chg="add">
        <pc:chgData name="nakul sasikumar" userId="7c065f750e3fa671" providerId="LiveId" clId="{14933553-C9E4-46C0-8B21-CF9D87F22B42}" dt="2022-08-29T10:05:01.505" v="299"/>
        <pc:sldMkLst>
          <pc:docMk/>
          <pc:sldMk cId="0" sldId="333"/>
        </pc:sldMkLst>
      </pc:sldChg>
      <pc:sldChg chg="modSp add del mod">
        <pc:chgData name="nakul sasikumar" userId="7c065f750e3fa671" providerId="LiveId" clId="{14933553-C9E4-46C0-8B21-CF9D87F22B42}" dt="2022-08-29T16:26:38.990" v="653" actId="2696"/>
        <pc:sldMkLst>
          <pc:docMk/>
          <pc:sldMk cId="0" sldId="334"/>
        </pc:sldMkLst>
        <pc:spChg chg="mod">
          <ac:chgData name="nakul sasikumar" userId="7c065f750e3fa671" providerId="LiveId" clId="{14933553-C9E4-46C0-8B21-CF9D87F22B42}" dt="2022-08-29T16:25:40.272" v="606" actId="20577"/>
          <ac:spMkLst>
            <pc:docMk/>
            <pc:sldMk cId="0" sldId="334"/>
            <ac:spMk id="3" creationId="{00000000-0000-0000-0000-000000000000}"/>
          </ac:spMkLst>
        </pc:spChg>
      </pc:sldChg>
      <pc:sldChg chg="add del">
        <pc:chgData name="nakul sasikumar" userId="7c065f750e3fa671" providerId="LiveId" clId="{14933553-C9E4-46C0-8B21-CF9D87F22B42}" dt="2022-08-29T16:27:32.281" v="698" actId="2696"/>
        <pc:sldMkLst>
          <pc:docMk/>
          <pc:sldMk cId="0" sldId="335"/>
        </pc:sldMkLst>
      </pc:sldChg>
      <pc:sldChg chg="add del ord">
        <pc:chgData name="nakul sasikumar" userId="7c065f750e3fa671" providerId="LiveId" clId="{14933553-C9E4-46C0-8B21-CF9D87F22B42}" dt="2022-08-29T16:19:43.009" v="535" actId="2696"/>
        <pc:sldMkLst>
          <pc:docMk/>
          <pc:sldMk cId="0" sldId="336"/>
        </pc:sldMkLst>
      </pc:sldChg>
      <pc:sldChg chg="modSp add del mod">
        <pc:chgData name="nakul sasikumar" userId="7c065f750e3fa671" providerId="LiveId" clId="{14933553-C9E4-46C0-8B21-CF9D87F22B42}" dt="2022-08-29T16:31:05.816" v="825" actId="2696"/>
        <pc:sldMkLst>
          <pc:docMk/>
          <pc:sldMk cId="0" sldId="337"/>
        </pc:sldMkLst>
        <pc:spChg chg="mod">
          <ac:chgData name="nakul sasikumar" userId="7c065f750e3fa671" providerId="LiveId" clId="{14933553-C9E4-46C0-8B21-CF9D87F22B42}" dt="2022-08-29T10:05:01.638" v="302" actId="27636"/>
          <ac:spMkLst>
            <pc:docMk/>
            <pc:sldMk cId="0" sldId="337"/>
            <ac:spMk id="2" creationId="{00000000-0000-0000-0000-000000000000}"/>
          </ac:spMkLst>
        </pc:spChg>
      </pc:sldChg>
      <pc:sldChg chg="add del">
        <pc:chgData name="nakul sasikumar" userId="7c065f750e3fa671" providerId="LiveId" clId="{14933553-C9E4-46C0-8B21-CF9D87F22B42}" dt="2022-08-29T16:31:09.768" v="826" actId="2696"/>
        <pc:sldMkLst>
          <pc:docMk/>
          <pc:sldMk cId="0" sldId="338"/>
        </pc:sldMkLst>
      </pc:sldChg>
      <pc:sldChg chg="modSp add del mod">
        <pc:chgData name="nakul sasikumar" userId="7c065f750e3fa671" providerId="LiveId" clId="{14933553-C9E4-46C0-8B21-CF9D87F22B42}" dt="2022-08-29T16:33:26.338" v="960" actId="2696"/>
        <pc:sldMkLst>
          <pc:docMk/>
          <pc:sldMk cId="0" sldId="339"/>
        </pc:sldMkLst>
        <pc:spChg chg="mod">
          <ac:chgData name="nakul sasikumar" userId="7c065f750e3fa671" providerId="LiveId" clId="{14933553-C9E4-46C0-8B21-CF9D87F22B42}" dt="2022-08-29T16:31:59.365" v="861" actId="20577"/>
          <ac:spMkLst>
            <pc:docMk/>
            <pc:sldMk cId="0" sldId="339"/>
            <ac:spMk id="3" creationId="{00000000-0000-0000-0000-000000000000}"/>
          </ac:spMkLst>
        </pc:spChg>
      </pc:sldChg>
      <pc:sldChg chg="modSp add del mod">
        <pc:chgData name="nakul sasikumar" userId="7c065f750e3fa671" providerId="LiveId" clId="{14933553-C9E4-46C0-8B21-CF9D87F22B42}" dt="2022-08-29T16:33:28.515" v="961" actId="2696"/>
        <pc:sldMkLst>
          <pc:docMk/>
          <pc:sldMk cId="0" sldId="340"/>
        </pc:sldMkLst>
        <pc:spChg chg="mod">
          <ac:chgData name="nakul sasikumar" userId="7c065f750e3fa671" providerId="LiveId" clId="{14933553-C9E4-46C0-8B21-CF9D87F22B42}" dt="2022-08-29T16:33:08.939" v="923" actId="21"/>
          <ac:spMkLst>
            <pc:docMk/>
            <pc:sldMk cId="0" sldId="340"/>
            <ac:spMk id="3" creationId="{00000000-0000-0000-0000-000000000000}"/>
          </ac:spMkLst>
        </pc:spChg>
      </pc:sldChg>
      <pc:sldChg chg="modSp add del mod">
        <pc:chgData name="nakul sasikumar" userId="7c065f750e3fa671" providerId="LiveId" clId="{14933553-C9E4-46C0-8B21-CF9D87F22B42}" dt="2022-08-29T16:34:18.756" v="995" actId="2696"/>
        <pc:sldMkLst>
          <pc:docMk/>
          <pc:sldMk cId="0" sldId="341"/>
        </pc:sldMkLst>
        <pc:spChg chg="mod">
          <ac:chgData name="nakul sasikumar" userId="7c065f750e3fa671" providerId="LiveId" clId="{14933553-C9E4-46C0-8B21-CF9D87F22B42}" dt="2022-08-29T10:05:01.638" v="303" actId="27636"/>
          <ac:spMkLst>
            <pc:docMk/>
            <pc:sldMk cId="0" sldId="341"/>
            <ac:spMk id="2" creationId="{00000000-0000-0000-0000-000000000000}"/>
          </ac:spMkLst>
        </pc:spChg>
      </pc:sldChg>
      <pc:sldChg chg="add del">
        <pc:chgData name="nakul sasikumar" userId="7c065f750e3fa671" providerId="LiveId" clId="{14933553-C9E4-46C0-8B21-CF9D87F22B42}" dt="2022-08-29T16:35:02.761" v="1030" actId="2696"/>
        <pc:sldMkLst>
          <pc:docMk/>
          <pc:sldMk cId="0" sldId="342"/>
        </pc:sldMkLst>
      </pc:sldChg>
      <pc:sldChg chg="add del">
        <pc:chgData name="nakul sasikumar" userId="7c065f750e3fa671" providerId="LiveId" clId="{14933553-C9E4-46C0-8B21-CF9D87F22B42}" dt="2022-08-29T16:36:08.932" v="1110" actId="2696"/>
        <pc:sldMkLst>
          <pc:docMk/>
          <pc:sldMk cId="0" sldId="343"/>
        </pc:sldMkLst>
      </pc:sldChg>
      <pc:sldChg chg="add del">
        <pc:chgData name="nakul sasikumar" userId="7c065f750e3fa671" providerId="LiveId" clId="{14933553-C9E4-46C0-8B21-CF9D87F22B42}" dt="2022-08-29T16:38:09.314" v="1268" actId="2696"/>
        <pc:sldMkLst>
          <pc:docMk/>
          <pc:sldMk cId="0" sldId="344"/>
        </pc:sldMkLst>
      </pc:sldChg>
      <pc:sldChg chg="modSp add del mod">
        <pc:chgData name="nakul sasikumar" userId="7c065f750e3fa671" providerId="LiveId" clId="{14933553-C9E4-46C0-8B21-CF9D87F22B42}" dt="2022-08-29T17:09:03.821" v="1396" actId="2696"/>
        <pc:sldMkLst>
          <pc:docMk/>
          <pc:sldMk cId="0" sldId="345"/>
        </pc:sldMkLst>
        <pc:spChg chg="mod">
          <ac:chgData name="nakul sasikumar" userId="7c065f750e3fa671" providerId="LiveId" clId="{14933553-C9E4-46C0-8B21-CF9D87F22B42}" dt="2022-08-29T10:05:01.638" v="304" actId="27636"/>
          <ac:spMkLst>
            <pc:docMk/>
            <pc:sldMk cId="0" sldId="345"/>
            <ac:spMk id="2" creationId="{00000000-0000-0000-0000-000000000000}"/>
          </ac:spMkLst>
        </pc:spChg>
      </pc:sldChg>
      <pc:sldChg chg="add del">
        <pc:chgData name="nakul sasikumar" userId="7c065f750e3fa671" providerId="LiveId" clId="{14933553-C9E4-46C0-8B21-CF9D87F22B42}" dt="2022-08-29T17:20:48.139" v="2129" actId="2696"/>
        <pc:sldMkLst>
          <pc:docMk/>
          <pc:sldMk cId="0" sldId="346"/>
        </pc:sldMkLst>
      </pc:sldChg>
      <pc:sldChg chg="addSp modSp add mod">
        <pc:chgData name="nakul sasikumar" userId="7c065f750e3fa671" providerId="LiveId" clId="{14933553-C9E4-46C0-8B21-CF9D87F22B42}" dt="2022-08-29T17:10:47.549" v="1521" actId="14100"/>
        <pc:sldMkLst>
          <pc:docMk/>
          <pc:sldMk cId="0" sldId="347"/>
        </pc:sldMkLst>
        <pc:spChg chg="mod">
          <ac:chgData name="nakul sasikumar" userId="7c065f750e3fa671" providerId="LiveId" clId="{14933553-C9E4-46C0-8B21-CF9D87F22B42}" dt="2022-08-29T17:10:01.903" v="1432" actId="20577"/>
          <ac:spMkLst>
            <pc:docMk/>
            <pc:sldMk cId="0" sldId="347"/>
            <ac:spMk id="3" creationId="{00000000-0000-0000-0000-000000000000}"/>
          </ac:spMkLst>
        </pc:spChg>
        <pc:spChg chg="add mod">
          <ac:chgData name="nakul sasikumar" userId="7c065f750e3fa671" providerId="LiveId" clId="{14933553-C9E4-46C0-8B21-CF9D87F22B42}" dt="2022-08-29T17:10:24.063" v="1490" actId="20577"/>
          <ac:spMkLst>
            <pc:docMk/>
            <pc:sldMk cId="0" sldId="347"/>
            <ac:spMk id="5" creationId="{8FC61E51-0632-6B1B-9E6D-DC95BF82ADA3}"/>
          </ac:spMkLst>
        </pc:spChg>
        <pc:spChg chg="add mod">
          <ac:chgData name="nakul sasikumar" userId="7c065f750e3fa671" providerId="LiveId" clId="{14933553-C9E4-46C0-8B21-CF9D87F22B42}" dt="2022-08-29T17:10:47.549" v="1521" actId="14100"/>
          <ac:spMkLst>
            <pc:docMk/>
            <pc:sldMk cId="0" sldId="347"/>
            <ac:spMk id="7" creationId="{D2EEAEBD-DA8B-5337-F12B-DDEE0884DCBD}"/>
          </ac:spMkLst>
        </pc:spChg>
      </pc:sldChg>
      <pc:sldChg chg="add del">
        <pc:chgData name="nakul sasikumar" userId="7c065f750e3fa671" providerId="LiveId" clId="{14933553-C9E4-46C0-8B21-CF9D87F22B42}" dt="2022-08-29T17:20:53.166" v="2130" actId="2696"/>
        <pc:sldMkLst>
          <pc:docMk/>
          <pc:sldMk cId="0" sldId="348"/>
        </pc:sldMkLst>
      </pc:sldChg>
      <pc:sldChg chg="modSp mod">
        <pc:chgData name="nakul sasikumar" userId="7c065f750e3fa671" providerId="LiveId" clId="{14933553-C9E4-46C0-8B21-CF9D87F22B42}" dt="2022-08-29T17:18:03.832" v="1901" actId="255"/>
        <pc:sldMkLst>
          <pc:docMk/>
          <pc:sldMk cId="1784447994" sldId="349"/>
        </pc:sldMkLst>
        <pc:spChg chg="mod">
          <ac:chgData name="nakul sasikumar" userId="7c065f750e3fa671" providerId="LiveId" clId="{14933553-C9E4-46C0-8B21-CF9D87F22B42}" dt="2022-08-29T17:18:03.832" v="1901" actId="255"/>
          <ac:spMkLst>
            <pc:docMk/>
            <pc:sldMk cId="1784447994" sldId="349"/>
            <ac:spMk id="3" creationId="{5C4E0134-AFD0-60D7-D51E-7A88240CD78C}"/>
          </ac:spMkLst>
        </pc:spChg>
      </pc:sldChg>
      <pc:sldChg chg="modSp new mod ord">
        <pc:chgData name="nakul sasikumar" userId="7c065f750e3fa671" providerId="LiveId" clId="{14933553-C9E4-46C0-8B21-CF9D87F22B42}" dt="2022-08-29T16:17:02.854" v="468" actId="1035"/>
        <pc:sldMkLst>
          <pc:docMk/>
          <pc:sldMk cId="2905341958" sldId="351"/>
        </pc:sldMkLst>
        <pc:spChg chg="mod">
          <ac:chgData name="nakul sasikumar" userId="7c065f750e3fa671" providerId="LiveId" clId="{14933553-C9E4-46C0-8B21-CF9D87F22B42}" dt="2022-08-29T16:17:02.854" v="468" actId="1035"/>
          <ac:spMkLst>
            <pc:docMk/>
            <pc:sldMk cId="2905341958" sldId="351"/>
            <ac:spMk id="2" creationId="{97D81000-5995-D563-FC6D-95DEB0681405}"/>
          </ac:spMkLst>
        </pc:spChg>
        <pc:spChg chg="mod">
          <ac:chgData name="nakul sasikumar" userId="7c065f750e3fa671" providerId="LiveId" clId="{14933553-C9E4-46C0-8B21-CF9D87F22B42}" dt="2022-08-29T16:16:05.176" v="398" actId="1035"/>
          <ac:spMkLst>
            <pc:docMk/>
            <pc:sldMk cId="2905341958" sldId="351"/>
            <ac:spMk id="3" creationId="{7DE09098-4B3D-836B-06ED-5C1DDEC060C0}"/>
          </ac:spMkLst>
        </pc:spChg>
      </pc:sldChg>
      <pc:sldChg chg="modSp new mod">
        <pc:chgData name="nakul sasikumar" userId="7c065f750e3fa671" providerId="LiveId" clId="{14933553-C9E4-46C0-8B21-CF9D87F22B42}" dt="2022-08-29T17:18:18.110" v="1903" actId="27636"/>
        <pc:sldMkLst>
          <pc:docMk/>
          <pc:sldMk cId="2239450137" sldId="352"/>
        </pc:sldMkLst>
        <pc:spChg chg="mod">
          <ac:chgData name="nakul sasikumar" userId="7c065f750e3fa671" providerId="LiveId" clId="{14933553-C9E4-46C0-8B21-CF9D87F22B42}" dt="2022-08-29T16:16:46.703" v="434" actId="1035"/>
          <ac:spMkLst>
            <pc:docMk/>
            <pc:sldMk cId="2239450137" sldId="352"/>
            <ac:spMk id="2" creationId="{A8FE7115-BE94-283B-7FAC-56558B89FE15}"/>
          </ac:spMkLst>
        </pc:spChg>
        <pc:spChg chg="mod">
          <ac:chgData name="nakul sasikumar" userId="7c065f750e3fa671" providerId="LiveId" clId="{14933553-C9E4-46C0-8B21-CF9D87F22B42}" dt="2022-08-29T17:18:18.110" v="1903" actId="27636"/>
          <ac:spMkLst>
            <pc:docMk/>
            <pc:sldMk cId="2239450137" sldId="352"/>
            <ac:spMk id="3" creationId="{C0887E29-AAE3-498D-6D7D-361D50F2386D}"/>
          </ac:spMkLst>
        </pc:spChg>
      </pc:sldChg>
      <pc:sldChg chg="modSp new mod">
        <pc:chgData name="nakul sasikumar" userId="7c065f750e3fa671" providerId="LiveId" clId="{14933553-C9E4-46C0-8B21-CF9D87F22B42}" dt="2022-08-29T16:21:10.787" v="603" actId="207"/>
        <pc:sldMkLst>
          <pc:docMk/>
          <pc:sldMk cId="2011799255" sldId="353"/>
        </pc:sldMkLst>
        <pc:spChg chg="mod">
          <ac:chgData name="nakul sasikumar" userId="7c065f750e3fa671" providerId="LiveId" clId="{14933553-C9E4-46C0-8B21-CF9D87F22B42}" dt="2022-08-29T16:17:54.117" v="504" actId="1035"/>
          <ac:spMkLst>
            <pc:docMk/>
            <pc:sldMk cId="2011799255" sldId="353"/>
            <ac:spMk id="2" creationId="{605F25F9-1EE6-3201-9CCB-150CFFE19C11}"/>
          </ac:spMkLst>
        </pc:spChg>
        <pc:spChg chg="mod">
          <ac:chgData name="nakul sasikumar" userId="7c065f750e3fa671" providerId="LiveId" clId="{14933553-C9E4-46C0-8B21-CF9D87F22B42}" dt="2022-08-29T16:21:10.787" v="603" actId="207"/>
          <ac:spMkLst>
            <pc:docMk/>
            <pc:sldMk cId="2011799255" sldId="353"/>
            <ac:spMk id="3" creationId="{A0EC57D0-C649-4249-1B6F-1C8F16C6E609}"/>
          </ac:spMkLst>
        </pc:spChg>
      </pc:sldChg>
      <pc:sldChg chg="addSp delSp modSp new mod">
        <pc:chgData name="nakul sasikumar" userId="7c065f750e3fa671" providerId="LiveId" clId="{14933553-C9E4-46C0-8B21-CF9D87F22B42}" dt="2022-08-29T16:19:34.550" v="534" actId="1036"/>
        <pc:sldMkLst>
          <pc:docMk/>
          <pc:sldMk cId="1555390648" sldId="354"/>
        </pc:sldMkLst>
        <pc:spChg chg="del mod">
          <ac:chgData name="nakul sasikumar" userId="7c065f750e3fa671" providerId="LiveId" clId="{14933553-C9E4-46C0-8B21-CF9D87F22B42}" dt="2022-08-29T16:19:20.211" v="512" actId="478"/>
          <ac:spMkLst>
            <pc:docMk/>
            <pc:sldMk cId="1555390648" sldId="354"/>
            <ac:spMk id="2" creationId="{87E745C1-6213-AC8B-2E77-3FB88DA1AD96}"/>
          </ac:spMkLst>
        </pc:spChg>
        <pc:spChg chg="del">
          <ac:chgData name="nakul sasikumar" userId="7c065f750e3fa671" providerId="LiveId" clId="{14933553-C9E4-46C0-8B21-CF9D87F22B42}" dt="2022-08-29T16:19:22.815" v="513" actId="478"/>
          <ac:spMkLst>
            <pc:docMk/>
            <pc:sldMk cId="1555390648" sldId="354"/>
            <ac:spMk id="3" creationId="{DEF1520B-7D54-B88D-DDA8-40F96A14DE10}"/>
          </ac:spMkLst>
        </pc:spChg>
        <pc:picChg chg="add mod">
          <ac:chgData name="nakul sasikumar" userId="7c065f750e3fa671" providerId="LiveId" clId="{14933553-C9E4-46C0-8B21-CF9D87F22B42}" dt="2022-08-29T16:19:34.550" v="534" actId="1036"/>
          <ac:picMkLst>
            <pc:docMk/>
            <pc:sldMk cId="1555390648" sldId="354"/>
            <ac:picMk id="4" creationId="{7AFB9D46-C276-AFD4-CD0A-D1F70EDC3434}"/>
          </ac:picMkLst>
        </pc:picChg>
      </pc:sldChg>
      <pc:sldChg chg="modSp new mod">
        <pc:chgData name="nakul sasikumar" userId="7c065f750e3fa671" providerId="LiveId" clId="{14933553-C9E4-46C0-8B21-CF9D87F22B42}" dt="2022-08-29T17:18:54.810" v="1904" actId="20577"/>
        <pc:sldMkLst>
          <pc:docMk/>
          <pc:sldMk cId="2701072519" sldId="355"/>
        </pc:sldMkLst>
        <pc:spChg chg="mod">
          <ac:chgData name="nakul sasikumar" userId="7c065f750e3fa671" providerId="LiveId" clId="{14933553-C9E4-46C0-8B21-CF9D87F22B42}" dt="2022-08-29T16:26:23.924" v="651" actId="1036"/>
          <ac:spMkLst>
            <pc:docMk/>
            <pc:sldMk cId="2701072519" sldId="355"/>
            <ac:spMk id="2" creationId="{68BF16C8-9039-1EF1-1846-752B4425B6D1}"/>
          </ac:spMkLst>
        </pc:spChg>
        <pc:spChg chg="mod">
          <ac:chgData name="nakul sasikumar" userId="7c065f750e3fa671" providerId="LiveId" clId="{14933553-C9E4-46C0-8B21-CF9D87F22B42}" dt="2022-08-29T17:18:54.810" v="1904" actId="20577"/>
          <ac:spMkLst>
            <pc:docMk/>
            <pc:sldMk cId="2701072519" sldId="355"/>
            <ac:spMk id="3" creationId="{29E0D8AB-78BD-0E3F-09E5-0B77D65065A1}"/>
          </ac:spMkLst>
        </pc:spChg>
      </pc:sldChg>
      <pc:sldChg chg="modSp new mod">
        <pc:chgData name="nakul sasikumar" userId="7c065f750e3fa671" providerId="LiveId" clId="{14933553-C9E4-46C0-8B21-CF9D87F22B42}" dt="2022-08-29T16:27:20.869" v="697" actId="20577"/>
        <pc:sldMkLst>
          <pc:docMk/>
          <pc:sldMk cId="3896771338" sldId="356"/>
        </pc:sldMkLst>
        <pc:spChg chg="mod">
          <ac:chgData name="nakul sasikumar" userId="7c065f750e3fa671" providerId="LiveId" clId="{14933553-C9E4-46C0-8B21-CF9D87F22B42}" dt="2022-08-29T16:26:56.396" v="691" actId="1035"/>
          <ac:spMkLst>
            <pc:docMk/>
            <pc:sldMk cId="3896771338" sldId="356"/>
            <ac:spMk id="2" creationId="{BA3A798B-BFCE-C24F-82BF-090A48201B1C}"/>
          </ac:spMkLst>
        </pc:spChg>
        <pc:spChg chg="mod">
          <ac:chgData name="nakul sasikumar" userId="7c065f750e3fa671" providerId="LiveId" clId="{14933553-C9E4-46C0-8B21-CF9D87F22B42}" dt="2022-08-29T16:27:20.869" v="697" actId="20577"/>
          <ac:spMkLst>
            <pc:docMk/>
            <pc:sldMk cId="3896771338" sldId="356"/>
            <ac:spMk id="3" creationId="{F6A5F861-9F4D-E78C-D139-D58B15276F37}"/>
          </ac:spMkLst>
        </pc:spChg>
      </pc:sldChg>
      <pc:sldChg chg="modSp new mod">
        <pc:chgData name="nakul sasikumar" userId="7c065f750e3fa671" providerId="LiveId" clId="{14933553-C9E4-46C0-8B21-CF9D87F22B42}" dt="2022-08-29T16:30:09.132" v="792" actId="27636"/>
        <pc:sldMkLst>
          <pc:docMk/>
          <pc:sldMk cId="1303894245" sldId="357"/>
        </pc:sldMkLst>
        <pc:spChg chg="mod">
          <ac:chgData name="nakul sasikumar" userId="7c065f750e3fa671" providerId="LiveId" clId="{14933553-C9E4-46C0-8B21-CF9D87F22B42}" dt="2022-08-29T16:28:15.055" v="728" actId="1035"/>
          <ac:spMkLst>
            <pc:docMk/>
            <pc:sldMk cId="1303894245" sldId="357"/>
            <ac:spMk id="2" creationId="{C2EA6F90-15A7-CCCF-3778-B530E0E7EA23}"/>
          </ac:spMkLst>
        </pc:spChg>
        <pc:spChg chg="mod">
          <ac:chgData name="nakul sasikumar" userId="7c065f750e3fa671" providerId="LiveId" clId="{14933553-C9E4-46C0-8B21-CF9D87F22B42}" dt="2022-08-29T16:30:09.132" v="792" actId="27636"/>
          <ac:spMkLst>
            <pc:docMk/>
            <pc:sldMk cId="1303894245" sldId="357"/>
            <ac:spMk id="3" creationId="{CB45014A-5FEC-5639-A694-043697431505}"/>
          </ac:spMkLst>
        </pc:spChg>
      </pc:sldChg>
      <pc:sldChg chg="addSp delSp modSp new mod">
        <pc:chgData name="nakul sasikumar" userId="7c065f750e3fa671" providerId="LiveId" clId="{14933553-C9E4-46C0-8B21-CF9D87F22B42}" dt="2022-08-29T16:30:54.393" v="824" actId="478"/>
        <pc:sldMkLst>
          <pc:docMk/>
          <pc:sldMk cId="2546824304" sldId="358"/>
        </pc:sldMkLst>
        <pc:spChg chg="mod">
          <ac:chgData name="nakul sasikumar" userId="7c065f750e3fa671" providerId="LiveId" clId="{14933553-C9E4-46C0-8B21-CF9D87F22B42}" dt="2022-08-29T16:30:39.107" v="821" actId="1035"/>
          <ac:spMkLst>
            <pc:docMk/>
            <pc:sldMk cId="2546824304" sldId="358"/>
            <ac:spMk id="2" creationId="{768551D4-EA0E-9BA9-2AA8-0D6A50D13D14}"/>
          </ac:spMkLst>
        </pc:spChg>
        <pc:spChg chg="del">
          <ac:chgData name="nakul sasikumar" userId="7c065f750e3fa671" providerId="LiveId" clId="{14933553-C9E4-46C0-8B21-CF9D87F22B42}" dt="2022-08-29T16:30:54.393" v="824" actId="478"/>
          <ac:spMkLst>
            <pc:docMk/>
            <pc:sldMk cId="2546824304" sldId="358"/>
            <ac:spMk id="3" creationId="{745F5EF9-FDC6-97B1-1B2C-8A1FC82CDAA7}"/>
          </ac:spMkLst>
        </pc:spChg>
        <pc:picChg chg="add mod">
          <ac:chgData name="nakul sasikumar" userId="7c065f750e3fa671" providerId="LiveId" clId="{14933553-C9E4-46C0-8B21-CF9D87F22B42}" dt="2022-08-29T16:30:48.491" v="822"/>
          <ac:picMkLst>
            <pc:docMk/>
            <pc:sldMk cId="2546824304" sldId="358"/>
            <ac:picMk id="4" creationId="{EAADE781-5E0F-E085-357B-5E25480ED95E}"/>
          </ac:picMkLst>
        </pc:picChg>
      </pc:sldChg>
      <pc:sldChg chg="addSp modSp new mod">
        <pc:chgData name="nakul sasikumar" userId="7c065f750e3fa671" providerId="LiveId" clId="{14933553-C9E4-46C0-8B21-CF9D87F22B42}" dt="2022-08-29T17:20:23.865" v="2126" actId="255"/>
        <pc:sldMkLst>
          <pc:docMk/>
          <pc:sldMk cId="1361956837" sldId="359"/>
        </pc:sldMkLst>
        <pc:spChg chg="mod">
          <ac:chgData name="nakul sasikumar" userId="7c065f750e3fa671" providerId="LiveId" clId="{14933553-C9E4-46C0-8B21-CF9D87F22B42}" dt="2022-08-29T16:31:34.808" v="860" actId="1035"/>
          <ac:spMkLst>
            <pc:docMk/>
            <pc:sldMk cId="1361956837" sldId="359"/>
            <ac:spMk id="2" creationId="{8AFB195A-07AA-29D0-9672-5959DA5B6755}"/>
          </ac:spMkLst>
        </pc:spChg>
        <pc:spChg chg="mod">
          <ac:chgData name="nakul sasikumar" userId="7c065f750e3fa671" providerId="LiveId" clId="{14933553-C9E4-46C0-8B21-CF9D87F22B42}" dt="2022-08-29T17:19:29.636" v="1993" actId="1035"/>
          <ac:spMkLst>
            <pc:docMk/>
            <pc:sldMk cId="1361956837" sldId="359"/>
            <ac:spMk id="3" creationId="{26B85374-3A46-E27B-969F-3AD4630AFB19}"/>
          </ac:spMkLst>
        </pc:spChg>
        <pc:spChg chg="add mod">
          <ac:chgData name="nakul sasikumar" userId="7c065f750e3fa671" providerId="LiveId" clId="{14933553-C9E4-46C0-8B21-CF9D87F22B42}" dt="2022-08-29T17:19:41.273" v="2015" actId="20577"/>
          <ac:spMkLst>
            <pc:docMk/>
            <pc:sldMk cId="1361956837" sldId="359"/>
            <ac:spMk id="4" creationId="{881A6A69-1797-76B8-BD8B-37C535953C22}"/>
          </ac:spMkLst>
        </pc:spChg>
        <pc:spChg chg="add mod">
          <ac:chgData name="nakul sasikumar" userId="7c065f750e3fa671" providerId="LiveId" clId="{14933553-C9E4-46C0-8B21-CF9D87F22B42}" dt="2022-08-29T17:20:23.865" v="2126" actId="255"/>
          <ac:spMkLst>
            <pc:docMk/>
            <pc:sldMk cId="1361956837" sldId="359"/>
            <ac:spMk id="6" creationId="{8CD68AEC-1FF5-1FB4-2329-633FBDA95691}"/>
          </ac:spMkLst>
        </pc:spChg>
      </pc:sldChg>
      <pc:sldChg chg="modSp new del mod">
        <pc:chgData name="nakul sasikumar" userId="7c065f750e3fa671" providerId="LiveId" clId="{14933553-C9E4-46C0-8B21-CF9D87F22B42}" dt="2022-08-29T17:20:35.552" v="2127" actId="2696"/>
        <pc:sldMkLst>
          <pc:docMk/>
          <pc:sldMk cId="1674725591" sldId="360"/>
        </pc:sldMkLst>
        <pc:spChg chg="mod">
          <ac:chgData name="nakul sasikumar" userId="7c065f750e3fa671" providerId="LiveId" clId="{14933553-C9E4-46C0-8B21-CF9D87F22B42}" dt="2022-08-29T16:32:42.569" v="920" actId="1035"/>
          <ac:spMkLst>
            <pc:docMk/>
            <pc:sldMk cId="1674725591" sldId="360"/>
            <ac:spMk id="2" creationId="{3E81E626-9093-328B-4C2C-1B36A4F68914}"/>
          </ac:spMkLst>
        </pc:spChg>
        <pc:spChg chg="mod">
          <ac:chgData name="nakul sasikumar" userId="7c065f750e3fa671" providerId="LiveId" clId="{14933553-C9E4-46C0-8B21-CF9D87F22B42}" dt="2022-08-29T16:33:18.625" v="959" actId="1035"/>
          <ac:spMkLst>
            <pc:docMk/>
            <pc:sldMk cId="1674725591" sldId="360"/>
            <ac:spMk id="3" creationId="{3AD16DEE-3555-3D27-F6DA-2B0380565B8E}"/>
          </ac:spMkLst>
        </pc:spChg>
      </pc:sldChg>
      <pc:sldChg chg="modSp new mod">
        <pc:chgData name="nakul sasikumar" userId="7c065f750e3fa671" providerId="LiveId" clId="{14933553-C9E4-46C0-8B21-CF9D87F22B42}" dt="2022-08-29T16:34:03.373" v="994" actId="27636"/>
        <pc:sldMkLst>
          <pc:docMk/>
          <pc:sldMk cId="1800550504" sldId="361"/>
        </pc:sldMkLst>
        <pc:spChg chg="mod">
          <ac:chgData name="nakul sasikumar" userId="7c065f750e3fa671" providerId="LiveId" clId="{14933553-C9E4-46C0-8B21-CF9D87F22B42}" dt="2022-08-29T16:33:46.474" v="990" actId="1035"/>
          <ac:spMkLst>
            <pc:docMk/>
            <pc:sldMk cId="1800550504" sldId="361"/>
            <ac:spMk id="2" creationId="{A3DE2DA9-1AA2-8C81-648C-4E1169F7D61C}"/>
          </ac:spMkLst>
        </pc:spChg>
        <pc:spChg chg="mod">
          <ac:chgData name="nakul sasikumar" userId="7c065f750e3fa671" providerId="LiveId" clId="{14933553-C9E4-46C0-8B21-CF9D87F22B42}" dt="2022-08-29T16:34:03.373" v="994" actId="27636"/>
          <ac:spMkLst>
            <pc:docMk/>
            <pc:sldMk cId="1800550504" sldId="361"/>
            <ac:spMk id="3" creationId="{5D24268E-1945-97F5-1462-84B6D93BBE81}"/>
          </ac:spMkLst>
        </pc:spChg>
      </pc:sldChg>
      <pc:sldChg chg="addSp delSp modSp new mod">
        <pc:chgData name="nakul sasikumar" userId="7c065f750e3fa671" providerId="LiveId" clId="{14933553-C9E4-46C0-8B21-CF9D87F22B42}" dt="2022-08-29T16:34:54.901" v="1029" actId="478"/>
        <pc:sldMkLst>
          <pc:docMk/>
          <pc:sldMk cId="1776508809" sldId="362"/>
        </pc:sldMkLst>
        <pc:spChg chg="mod">
          <ac:chgData name="nakul sasikumar" userId="7c065f750e3fa671" providerId="LiveId" clId="{14933553-C9E4-46C0-8B21-CF9D87F22B42}" dt="2022-08-29T16:34:39.467" v="1025" actId="1035"/>
          <ac:spMkLst>
            <pc:docMk/>
            <pc:sldMk cId="1776508809" sldId="362"/>
            <ac:spMk id="2" creationId="{46BF735A-3F5F-0BB9-4772-748FFF18326A}"/>
          </ac:spMkLst>
        </pc:spChg>
        <pc:spChg chg="del">
          <ac:chgData name="nakul sasikumar" userId="7c065f750e3fa671" providerId="LiveId" clId="{14933553-C9E4-46C0-8B21-CF9D87F22B42}" dt="2022-08-29T16:34:54.901" v="1029" actId="478"/>
          <ac:spMkLst>
            <pc:docMk/>
            <pc:sldMk cId="1776508809" sldId="362"/>
            <ac:spMk id="3" creationId="{6A3BFE9A-56FC-A469-A5A7-2C239EC1829B}"/>
          </ac:spMkLst>
        </pc:spChg>
        <pc:picChg chg="add mod">
          <ac:chgData name="nakul sasikumar" userId="7c065f750e3fa671" providerId="LiveId" clId="{14933553-C9E4-46C0-8B21-CF9D87F22B42}" dt="2022-08-29T16:34:51.442" v="1028" actId="14100"/>
          <ac:picMkLst>
            <pc:docMk/>
            <pc:sldMk cId="1776508809" sldId="362"/>
            <ac:picMk id="4" creationId="{A386013B-9768-13FC-C4A9-A7CA5D7E0576}"/>
          </ac:picMkLst>
        </pc:picChg>
      </pc:sldChg>
      <pc:sldChg chg="addSp modSp new mod">
        <pc:chgData name="nakul sasikumar" userId="7c065f750e3fa671" providerId="LiveId" clId="{14933553-C9E4-46C0-8B21-CF9D87F22B42}" dt="2022-08-29T16:38:48.102" v="1313" actId="255"/>
        <pc:sldMkLst>
          <pc:docMk/>
          <pc:sldMk cId="3390657667" sldId="363"/>
        </pc:sldMkLst>
        <pc:spChg chg="mod">
          <ac:chgData name="nakul sasikumar" userId="7c065f750e3fa671" providerId="LiveId" clId="{14933553-C9E4-46C0-8B21-CF9D87F22B42}" dt="2022-08-29T16:37:42.993" v="1226" actId="1035"/>
          <ac:spMkLst>
            <pc:docMk/>
            <pc:sldMk cId="3390657667" sldId="363"/>
            <ac:spMk id="2" creationId="{957F8288-9798-A894-32C5-67B774723599}"/>
          </ac:spMkLst>
        </pc:spChg>
        <pc:spChg chg="mod">
          <ac:chgData name="nakul sasikumar" userId="7c065f750e3fa671" providerId="LiveId" clId="{14933553-C9E4-46C0-8B21-CF9D87F22B42}" dt="2022-08-29T16:37:51.033" v="1248" actId="1036"/>
          <ac:spMkLst>
            <pc:docMk/>
            <pc:sldMk cId="3390657667" sldId="363"/>
            <ac:spMk id="3" creationId="{3611B42F-E5BB-3ABA-CD6A-98915EDACEC3}"/>
          </ac:spMkLst>
        </pc:spChg>
        <pc:spChg chg="add mod">
          <ac:chgData name="nakul sasikumar" userId="7c065f750e3fa671" providerId="LiveId" clId="{14933553-C9E4-46C0-8B21-CF9D87F22B42}" dt="2022-08-29T16:38:00.624" v="1267" actId="1036"/>
          <ac:spMkLst>
            <pc:docMk/>
            <pc:sldMk cId="3390657667" sldId="363"/>
            <ac:spMk id="4" creationId="{3E98AF37-2DE1-3206-DDB0-9F8A395296F2}"/>
          </ac:spMkLst>
        </pc:spChg>
        <pc:spChg chg="add mod">
          <ac:chgData name="nakul sasikumar" userId="7c065f750e3fa671" providerId="LiveId" clId="{14933553-C9E4-46C0-8B21-CF9D87F22B42}" dt="2022-08-29T16:38:48.102" v="1313" actId="255"/>
          <ac:spMkLst>
            <pc:docMk/>
            <pc:sldMk cId="3390657667" sldId="363"/>
            <ac:spMk id="6" creationId="{612A2498-5C11-7ED4-9DAD-AD6B3572F5D3}"/>
          </ac:spMkLst>
        </pc:spChg>
      </pc:sldChg>
      <pc:sldChg chg="modSp new del mod">
        <pc:chgData name="nakul sasikumar" userId="7c065f750e3fa671" providerId="LiveId" clId="{14933553-C9E4-46C0-8B21-CF9D87F22B42}" dt="2022-08-29T17:20:42.883" v="2128" actId="2696"/>
        <pc:sldMkLst>
          <pc:docMk/>
          <pc:sldMk cId="304998429" sldId="364"/>
        </pc:sldMkLst>
        <pc:spChg chg="mod">
          <ac:chgData name="nakul sasikumar" userId="7c065f750e3fa671" providerId="LiveId" clId="{14933553-C9E4-46C0-8B21-CF9D87F22B42}" dt="2022-08-29T16:36:24.518" v="1140" actId="1035"/>
          <ac:spMkLst>
            <pc:docMk/>
            <pc:sldMk cId="304998429" sldId="364"/>
            <ac:spMk id="2" creationId="{29AF7AAE-6610-1B9F-6D7F-18E6CE01A9C9}"/>
          </ac:spMkLst>
        </pc:spChg>
        <pc:spChg chg="mod">
          <ac:chgData name="nakul sasikumar" userId="7c065f750e3fa671" providerId="LiveId" clId="{14933553-C9E4-46C0-8B21-CF9D87F22B42}" dt="2022-08-29T16:36:58.486" v="1145" actId="6549"/>
          <ac:spMkLst>
            <pc:docMk/>
            <pc:sldMk cId="304998429" sldId="364"/>
            <ac:spMk id="3" creationId="{BEB31AD5-A6FA-35AC-0A79-8136EAE4168C}"/>
          </ac:spMkLst>
        </pc:spChg>
      </pc:sldChg>
      <pc:sldChg chg="modSp new mod">
        <pc:chgData name="nakul sasikumar" userId="7c065f750e3fa671" providerId="LiveId" clId="{14933553-C9E4-46C0-8B21-CF9D87F22B42}" dt="2022-08-29T17:09:28.887" v="1428" actId="20577"/>
        <pc:sldMkLst>
          <pc:docMk/>
          <pc:sldMk cId="2698643541" sldId="365"/>
        </pc:sldMkLst>
        <pc:spChg chg="mod">
          <ac:chgData name="nakul sasikumar" userId="7c065f750e3fa671" providerId="LiveId" clId="{14933553-C9E4-46C0-8B21-CF9D87F22B42}" dt="2022-08-29T16:39:43.147" v="1355" actId="1035"/>
          <ac:spMkLst>
            <pc:docMk/>
            <pc:sldMk cId="2698643541" sldId="365"/>
            <ac:spMk id="2" creationId="{4D184550-7831-3296-59BE-23D90F02E4B4}"/>
          </ac:spMkLst>
        </pc:spChg>
        <pc:spChg chg="mod">
          <ac:chgData name="nakul sasikumar" userId="7c065f750e3fa671" providerId="LiveId" clId="{14933553-C9E4-46C0-8B21-CF9D87F22B42}" dt="2022-08-29T17:09:28.887" v="1428" actId="20577"/>
          <ac:spMkLst>
            <pc:docMk/>
            <pc:sldMk cId="2698643541" sldId="365"/>
            <ac:spMk id="3" creationId="{D48B3681-2E35-FE31-8A32-7806656FEC85}"/>
          </ac:spMkLst>
        </pc:spChg>
      </pc:sldChg>
      <pc:sldChg chg="addSp delSp modSp new mod">
        <pc:chgData name="nakul sasikumar" userId="7c065f750e3fa671" providerId="LiveId" clId="{14933553-C9E4-46C0-8B21-CF9D87F22B42}" dt="2022-08-29T17:08:54.899" v="1395" actId="1076"/>
        <pc:sldMkLst>
          <pc:docMk/>
          <pc:sldMk cId="189388583" sldId="366"/>
        </pc:sldMkLst>
        <pc:spChg chg="mod">
          <ac:chgData name="nakul sasikumar" userId="7c065f750e3fa671" providerId="LiveId" clId="{14933553-C9E4-46C0-8B21-CF9D87F22B42}" dt="2022-08-29T17:08:36.317" v="1391" actId="1035"/>
          <ac:spMkLst>
            <pc:docMk/>
            <pc:sldMk cId="189388583" sldId="366"/>
            <ac:spMk id="2" creationId="{8978F491-3742-437D-6EEB-8647808674B7}"/>
          </ac:spMkLst>
        </pc:spChg>
        <pc:spChg chg="del">
          <ac:chgData name="nakul sasikumar" userId="7c065f750e3fa671" providerId="LiveId" clId="{14933553-C9E4-46C0-8B21-CF9D87F22B42}" dt="2022-08-29T17:08:51.508" v="1394" actId="478"/>
          <ac:spMkLst>
            <pc:docMk/>
            <pc:sldMk cId="189388583" sldId="366"/>
            <ac:spMk id="3" creationId="{1AE32BCF-60C6-1D21-4ACD-072464191EFE}"/>
          </ac:spMkLst>
        </pc:spChg>
        <pc:picChg chg="add mod">
          <ac:chgData name="nakul sasikumar" userId="7c065f750e3fa671" providerId="LiveId" clId="{14933553-C9E4-46C0-8B21-CF9D87F22B42}" dt="2022-08-29T17:08:54.899" v="1395" actId="1076"/>
          <ac:picMkLst>
            <pc:docMk/>
            <pc:sldMk cId="189388583" sldId="366"/>
            <ac:picMk id="4" creationId="{484CC8E7-A006-3A96-0B1F-E260A49D1A63}"/>
          </ac:picMkLst>
        </pc:picChg>
      </pc:sldChg>
      <pc:sldChg chg="modSp new del mod">
        <pc:chgData name="nakul sasikumar" userId="7c065f750e3fa671" providerId="LiveId" clId="{14933553-C9E4-46C0-8B21-CF9D87F22B42}" dt="2022-08-29T17:14:10.706" v="1729" actId="2696"/>
        <pc:sldMkLst>
          <pc:docMk/>
          <pc:sldMk cId="3397479815" sldId="367"/>
        </pc:sldMkLst>
        <pc:spChg chg="mod">
          <ac:chgData name="nakul sasikumar" userId="7c065f750e3fa671" providerId="LiveId" clId="{14933553-C9E4-46C0-8B21-CF9D87F22B42}" dt="2022-08-29T17:13:18.341" v="1664" actId="27636"/>
          <ac:spMkLst>
            <pc:docMk/>
            <pc:sldMk cId="3397479815" sldId="367"/>
            <ac:spMk id="2" creationId="{EDE0607B-CAF3-095E-F1C8-FC7C3BBD3B7F}"/>
          </ac:spMkLst>
        </pc:spChg>
      </pc:sldChg>
      <pc:sldChg chg="modSp add mod ord">
        <pc:chgData name="nakul sasikumar" userId="7c065f750e3fa671" providerId="LiveId" clId="{14933553-C9E4-46C0-8B21-CF9D87F22B42}" dt="2022-08-29T17:14:05.614" v="1728" actId="20577"/>
        <pc:sldMkLst>
          <pc:docMk/>
          <pc:sldMk cId="1994138842" sldId="368"/>
        </pc:sldMkLst>
        <pc:spChg chg="mod">
          <ac:chgData name="nakul sasikumar" userId="7c065f750e3fa671" providerId="LiveId" clId="{14933553-C9E4-46C0-8B21-CF9D87F22B42}" dt="2022-08-29T17:14:05.614" v="1728" actId="20577"/>
          <ac:spMkLst>
            <pc:docMk/>
            <pc:sldMk cId="1994138842" sldId="368"/>
            <ac:spMk id="190" creationId="{00000000-0000-0000-0000-000000000000}"/>
          </ac:spMkLst>
        </pc:spChg>
      </pc:sldChg>
      <pc:sldChg chg="modSp add mod">
        <pc:chgData name="nakul sasikumar" userId="7c065f750e3fa671" providerId="LiveId" clId="{14933553-C9E4-46C0-8B21-CF9D87F22B42}" dt="2022-08-29T17:21:51.727" v="2196" actId="20577"/>
        <pc:sldMkLst>
          <pc:docMk/>
          <pc:sldMk cId="1248048740" sldId="369"/>
        </pc:sldMkLst>
        <pc:spChg chg="mod">
          <ac:chgData name="nakul sasikumar" userId="7c065f750e3fa671" providerId="LiveId" clId="{14933553-C9E4-46C0-8B21-CF9D87F22B42}" dt="2022-08-29T17:21:51.727" v="2196" actId="20577"/>
          <ac:spMkLst>
            <pc:docMk/>
            <pc:sldMk cId="1248048740" sldId="369"/>
            <ac:spMk id="190" creationId="{00000000-0000-0000-0000-000000000000}"/>
          </ac:spMkLst>
        </pc:spChg>
      </pc:sldChg>
      <pc:sldChg chg="modSp new del mod">
        <pc:chgData name="nakul sasikumar" userId="7c065f750e3fa671" providerId="LiveId" clId="{14933553-C9E4-46C0-8B21-CF9D87F22B42}" dt="2022-08-29T17:23:11.720" v="2260" actId="2696"/>
        <pc:sldMkLst>
          <pc:docMk/>
          <pc:sldMk cId="388803835" sldId="370"/>
        </pc:sldMkLst>
        <pc:spChg chg="mod">
          <ac:chgData name="nakul sasikumar" userId="7c065f750e3fa671" providerId="LiveId" clId="{14933553-C9E4-46C0-8B21-CF9D87F22B42}" dt="2022-08-29T17:22:29.254" v="2199" actId="27636"/>
          <ac:spMkLst>
            <pc:docMk/>
            <pc:sldMk cId="388803835" sldId="370"/>
            <ac:spMk id="2" creationId="{A815C4BB-ED75-84C8-88E8-6E1D15737EAE}"/>
          </ac:spMkLst>
        </pc:spChg>
      </pc:sldChg>
      <pc:sldChg chg="modSp add mod">
        <pc:chgData name="nakul sasikumar" userId="7c065f750e3fa671" providerId="LiveId" clId="{14933553-C9E4-46C0-8B21-CF9D87F22B42}" dt="2022-08-29T17:23:00.446" v="2259" actId="20577"/>
        <pc:sldMkLst>
          <pc:docMk/>
          <pc:sldMk cId="1261547680" sldId="371"/>
        </pc:sldMkLst>
        <pc:spChg chg="mod">
          <ac:chgData name="nakul sasikumar" userId="7c065f750e3fa671" providerId="LiveId" clId="{14933553-C9E4-46C0-8B21-CF9D87F22B42}" dt="2022-08-29T17:23:00.446" v="2259" actId="20577"/>
          <ac:spMkLst>
            <pc:docMk/>
            <pc:sldMk cId="1261547680" sldId="371"/>
            <ac:spMk id="1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205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6c76ec42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6c76ec42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742e3e7cd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742e3e7cd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88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userDrawn="1">
  <p:cSld name="Front pag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7" name="Rectangle 16"/>
          <p:cNvSpPr/>
          <p:nvPr userDrawn="1"/>
        </p:nvSpPr>
        <p:spPr>
          <a:xfrm>
            <a:off x="7095207" y="4169129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7744088" cy="572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grpSp>
        <p:nvGrpSpPr>
          <p:cNvPr id="4" name="Google Shape;63;p9"/>
          <p:cNvGrpSpPr/>
          <p:nvPr userDrawn="1"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11150" y="1524000"/>
            <a:ext cx="2393950" cy="28829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806700" y="1524000"/>
            <a:ext cx="5249088" cy="28829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4322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 preserve="1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6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2133600"/>
            <a:ext cx="3305950" cy="1786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575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defRPr sz="1600">
                <a:solidFill>
                  <a:srgbClr val="00206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" name="Rectangle 9"/>
          <p:cNvSpPr/>
          <p:nvPr userDrawn="1"/>
        </p:nvSpPr>
        <p:spPr>
          <a:xfrm>
            <a:off x="475325" y="3920525"/>
            <a:ext cx="914400" cy="9144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4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" name="Rectangle 6"/>
          <p:cNvSpPr/>
          <p:nvPr userDrawn="1"/>
        </p:nvSpPr>
        <p:spPr>
          <a:xfrm>
            <a:off x="7216957" y="4070887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Rectangle 3"/>
          <p:cNvSpPr/>
          <p:nvPr userDrawn="1"/>
        </p:nvSpPr>
        <p:spPr>
          <a:xfrm>
            <a:off x="7965150" y="0"/>
            <a:ext cx="914400" cy="9144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Rectangle 1"/>
          <p:cNvSpPr/>
          <p:nvPr userDrawn="1"/>
        </p:nvSpPr>
        <p:spPr>
          <a:xfrm>
            <a:off x="7216957" y="4070887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86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774408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9" name="Google Shape;33;p5"/>
          <p:cNvGrpSpPr/>
          <p:nvPr userDrawn="1"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1"/>
          <p:cNvSpPr/>
          <p:nvPr userDrawn="1"/>
        </p:nvSpPr>
        <p:spPr>
          <a:xfrm>
            <a:off x="8055788" y="3854083"/>
            <a:ext cx="914400" cy="91440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70013"/>
            <a:ext cx="774408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1" r:id="rId2"/>
    <p:sldLayoutId id="2147483660" r:id="rId3"/>
    <p:sldLayoutId id="2147483649" r:id="rId4"/>
    <p:sldLayoutId id="2147483651" r:id="rId5"/>
    <p:sldLayoutId id="2147483653" r:id="rId6"/>
    <p:sldLayoutId id="2147483656" r:id="rId7"/>
    <p:sldLayoutId id="2147483657" r:id="rId8"/>
    <p:sldLayoutId id="2147483662" r:id="rId9"/>
  </p:sldLayoutIdLst>
  <p:transition spd="slow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67500" y="669153"/>
            <a:ext cx="7333500" cy="136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WAGES AND INCENTIVES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2466108" y="4304104"/>
            <a:ext cx="3761509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 YADHU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4768059" y="385339"/>
            <a:ext cx="3708986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WAGES AND INCENTIVES</a:t>
            </a:r>
            <a:endParaRPr sz="1940" dirty="0">
              <a:solidFill>
                <a:srgbClr val="FF0000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686300" y="958298"/>
            <a:ext cx="4277591" cy="31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11111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is a </a:t>
            </a:r>
            <a:r>
              <a:rPr lang="en-US" sz="1800" dirty="0">
                <a:solidFill>
                  <a:srgbClr val="4D5156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sz="18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amount paid or transferred to the employees at regular intervals at the end of the month.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4D515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Wages are hourly or daily-based payment given to the </a:t>
            </a:r>
            <a:r>
              <a:rPr lang="en-US" sz="1800" dirty="0" err="1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1800" dirty="0">
                <a:solidFill>
                  <a:srgbClr val="4D51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amount of work finished in a day.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800" b="0" i="0" dirty="0">
              <a:solidFill>
                <a:srgbClr val="4D515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4D51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Incentive is an </a:t>
            </a:r>
            <a:r>
              <a:rPr lang="en-US" sz="1800" b="0" i="0" dirty="0">
                <a:solidFill>
                  <a:srgbClr val="4D515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additional rewar</a:t>
            </a:r>
            <a:r>
              <a:rPr lang="en-US" sz="1800" b="0" i="0" dirty="0">
                <a:solidFill>
                  <a:srgbClr val="4D51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 an employee gets when doing the job better</a:t>
            </a:r>
            <a:endParaRPr lang="en-US" sz="1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70E86-576B-A409-8894-C8987EDB7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54" y="652939"/>
            <a:ext cx="3101481" cy="313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5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5A09F-36B6-1674-C985-B8E00FCBD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5" y="651164"/>
            <a:ext cx="6650180" cy="395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6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F277-1454-0A17-318E-597DD481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A1BCC-EA10-E80F-35E2-E63852D5C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5BF6D-5E7E-92AF-3A3A-C877580A4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7" y="803525"/>
            <a:ext cx="8409483" cy="396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8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C821F0-C774-4865-B1C0-0CDB7BD1D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556659"/>
            <a:ext cx="72580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66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DE9D-9D7D-4163-B9EB-8F602718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21209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50-50 HALSEY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F3946-64C2-454D-A49A-0651CB361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655" y="1513604"/>
            <a:ext cx="7688700" cy="2911424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 wage is guaranteed.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Bonus for fixed amount of time saved.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standard time is fixed for the workers. If the workers finish the work before standard time they are given bonus. But no penalty if they fails to do that.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the employer and the workers are the beneficiary of this system because both share the profits derived from the time saved.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workers are not given full reward to their efforts. Normally they are paid for half of the time saved and not for full time.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9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B67A-F029-4D01-899B-E22C9B81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Halsey plan is applied to all workers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AB582-F07B-4B95-BB54-8551DEE6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15" y="2376098"/>
            <a:ext cx="6848475" cy="166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2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DE9D-9D7D-4163-B9EB-8F602718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478679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ROWAN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F3946-64C2-454D-A49A-0651CB361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275903"/>
            <a:ext cx="7688700" cy="2776989"/>
          </a:xfrm>
        </p:spPr>
        <p:txBody>
          <a:bodyPr/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 wage is guaranteed.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Bonus based on the fixed % of time worked.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time is fixed and the bonus is paid on the basis of time saved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Bonus is paid at decreasing rate.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2262B-6769-418B-95DC-61CB68F93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07" y="3437544"/>
            <a:ext cx="5476875" cy="129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EC9A-1DA6-44B9-BD24-5C6EB50A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723222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EMERSON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39C72-2252-4197-84CC-0BB050644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531088"/>
            <a:ext cx="7688700" cy="2808887"/>
          </a:xfrm>
        </p:spPr>
        <p:txBody>
          <a:bodyPr/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efficiency (Output / Standard)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incentive bonus is paid to the workman of his output exceeds 66.67 % of standard performance.</a:t>
            </a:r>
          </a:p>
          <a:p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(2/3)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standard performance</a:t>
            </a:r>
          </a:p>
        </p:txBody>
      </p:sp>
    </p:spTree>
    <p:extLst>
      <p:ext uri="{BB962C8B-B14F-4D97-AF65-F5344CB8AC3E}">
        <p14:creationId xmlns:p14="http://schemas.microsoft.com/office/powerpoint/2010/main" val="147986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A95F6-1243-4B09-9EC2-AEF78D10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414130"/>
            <a:ext cx="7688700" cy="2925845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BEDEAUX POINT PLAN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75 % incentive to workers and 25% to foreman or supervisor.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Rowan plan = Halsey plan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</a:endParaRPr>
          </a:p>
          <a:p>
            <a:pPr marL="146050" indent="0">
              <a:buNone/>
            </a:pPr>
            <a:r>
              <a:rPr lang="en-IN" dirty="0">
                <a:solidFill>
                  <a:srgbClr val="002060"/>
                </a:solidFill>
              </a:rPr>
              <a:t>	when Actual time=Standard time/2</a:t>
            </a:r>
          </a:p>
          <a:p>
            <a:pPr marL="14605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Gantt task and bonus scheme</a:t>
            </a:r>
          </a:p>
          <a:p>
            <a:endParaRPr lang="en-IN" dirty="0"/>
          </a:p>
          <a:p>
            <a:pPr lvl="1"/>
            <a:r>
              <a:rPr lang="en-IN" dirty="0"/>
              <a:t>Minimum days wage is guaranteed.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02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379140-F3EE-D392-AC35-F6D6E64FC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510" y="1191491"/>
            <a:ext cx="4738254" cy="29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50340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287</Words>
  <Application>Microsoft Office PowerPoint</Application>
  <PresentationFormat>On-screen Show (16:9)</PresentationFormat>
  <Paragraphs>46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Lato</vt:lpstr>
      <vt:lpstr>Wingdings</vt:lpstr>
      <vt:lpstr>Raleway</vt:lpstr>
      <vt:lpstr>Times New Roman</vt:lpstr>
      <vt:lpstr>Streamline</vt:lpstr>
      <vt:lpstr>WAGES AND INCENTIVES </vt:lpstr>
      <vt:lpstr>WAGES AND INCENTIVES</vt:lpstr>
      <vt:lpstr>PowerPoint Presentation</vt:lpstr>
      <vt:lpstr>PowerPoint Presentation</vt:lpstr>
      <vt:lpstr>PowerPoint Presentation</vt:lpstr>
      <vt:lpstr>50-50 HALSEY PLAN</vt:lpstr>
      <vt:lpstr>Halsey plan is applied to all workers</vt:lpstr>
      <vt:lpstr>ROWAN PLAN</vt:lpstr>
      <vt:lpstr>EMERSON PLAN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Processors</dc:title>
  <dc:creator>MY PC</dc:creator>
  <cp:lastModifiedBy>yadhu gopinath</cp:lastModifiedBy>
  <cp:revision>89</cp:revision>
  <dcterms:modified xsi:type="dcterms:W3CDTF">2024-11-04T08:24:17Z</dcterms:modified>
</cp:coreProperties>
</file>