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277" y="2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5A3A5-5357-4C43-B7E5-E70685C23BCC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9C917-D0AC-48A6-861F-F2DF51639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91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6028516D-A38C-4BD7-A699-5883DD041CB9}" type="datetime1">
              <a:rPr lang="en-IN" smtClean="0"/>
              <a:t>23-11-2023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3AE12-E8A9-4F26-860D-604851561328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58D9-8B42-4983-91B5-4ED9D3B01874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7A93-1394-456A-B544-11778ED32160}" type="datetime1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0437-CCB3-47D7-B010-6A8D713727C6}" type="datetime1">
              <a:rPr lang="en-IN" smtClean="0"/>
              <a:t>23-11-2023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BC85-12E7-44DF-99D9-E479DBF8DD05}" type="datetime1">
              <a:rPr lang="en-IN" smtClean="0"/>
              <a:t>23-11-2023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49802-9584-46D2-86BB-37BFE78E4A0D}" type="datetime1">
              <a:rPr lang="en-IN" smtClean="0"/>
              <a:t>23-11-2023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DE2A3-487C-42F2-AA09-E3A400125A23}" type="datetime1">
              <a:rPr lang="en-IN" smtClean="0"/>
              <a:t>23-11-2023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/>
              <a:t>RefreshScience.com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5501B-C0FF-481D-9C8A-6F08B00182B3}" type="datetime1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/>
              <a:t>RefreshScience.com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C7F4-F30A-4ABF-894F-CC532926EDF0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90BE-D6AF-470E-BB00-4EBC710C0AF0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9736828-3205-4595-B40F-85C9B6609475}" type="datetime1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/>
              <a:t>RefreshScience.com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483D519E-4162-49D2-87D8-7A55DCF34B0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efreshscience.com/list-of-top-20-environmental-concerns-across-the-world/" TargetMode="Externa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freshscience.com/list-of-top-20-environmental-concerns-across-the-world/" TargetMode="Externa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Basics of Robotics</a:t>
            </a:r>
          </a:p>
        </p:txBody>
      </p:sp>
    </p:spTree>
    <p:extLst>
      <p:ext uri="{BB962C8B-B14F-4D97-AF65-F5344CB8AC3E}">
        <p14:creationId xmlns:p14="http://schemas.microsoft.com/office/powerpoint/2010/main" val="110302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robotics?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Robotics is the combination of engineering, science and technology that produces a machine called robot. </a:t>
            </a:r>
          </a:p>
          <a:p>
            <a:r>
              <a:rPr lang="en-GB" dirty="0"/>
              <a:t>Robotics is a domain where people work with the development and use of robots. </a:t>
            </a:r>
          </a:p>
          <a:p>
            <a:r>
              <a:rPr lang="en-GB" dirty="0"/>
              <a:t>It is mostly used as an alternative of human beings in various works.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975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Robotics mainly deals with the design construction and operation of a robot and the computer systems for their control, feedback and information processing.</a:t>
            </a:r>
          </a:p>
          <a:p>
            <a:r>
              <a:rPr lang="en-GB" dirty="0"/>
              <a:t>It is a machine that is programmed to perform the given tasks and gather information from its surroundings. </a:t>
            </a:r>
          </a:p>
          <a:p>
            <a:r>
              <a:rPr lang="en-GB" dirty="0"/>
              <a:t>It works from a central microprocessor that helps to control the movements and they have sensors to sense the </a:t>
            </a:r>
            <a:r>
              <a:rPr lang="en-GB" u="sng" dirty="0">
                <a:hlinkClick r:id="rId2"/>
              </a:rPr>
              <a:t>environment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30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Why robotics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main purpose of robotics is to automate operations that humans do and replace them with machines that can do the work with better accuracy. </a:t>
            </a:r>
          </a:p>
          <a:p>
            <a:r>
              <a:rPr lang="en-GB" dirty="0"/>
              <a:t>As we know robotics is fully automated, it can process the dangerous and mundane jobs from humans with high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9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While a human be able to do a piece of work at some speed we can definitely design a robot to do the same piece of work better, faster, economical and </a:t>
            </a:r>
            <a:r>
              <a:rPr lang="en-GB" u="sng" dirty="0">
                <a:hlinkClick r:id="rId2"/>
              </a:rPr>
              <a:t>environmentally friendly</a:t>
            </a:r>
            <a:r>
              <a:rPr lang="en-GB" dirty="0"/>
              <a:t>. </a:t>
            </a:r>
          </a:p>
          <a:p>
            <a:r>
              <a:rPr lang="en-GB" dirty="0"/>
              <a:t>Because of its long run it can free humans from dangerous, repetitive and annoying jobs.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606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Laws of robotics: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n-GB" dirty="0"/>
              <a:t>Asimov proposed three laws of robotics, they are:</a:t>
            </a:r>
          </a:p>
          <a:p>
            <a:r>
              <a:rPr lang="en-GB" b="1" dirty="0"/>
              <a:t>Law 1:</a:t>
            </a:r>
            <a:r>
              <a:rPr lang="en-GB" dirty="0"/>
              <a:t>  A robot may not injure a human being or through inaction, allow a human being to come to harm</a:t>
            </a:r>
          </a:p>
          <a:p>
            <a:r>
              <a:rPr lang="en-GB" b="1" dirty="0"/>
              <a:t>Law 2:</a:t>
            </a:r>
            <a:r>
              <a:rPr lang="en-GB" dirty="0"/>
              <a:t> A robot must obey orders given to it by human beings, except where such orders would conflict with the first law</a:t>
            </a:r>
          </a:p>
          <a:p>
            <a:r>
              <a:rPr lang="en-GB" b="1" dirty="0"/>
              <a:t>Law 3:</a:t>
            </a:r>
            <a:r>
              <a:rPr lang="en-GB" dirty="0"/>
              <a:t> A robot must protect its own existence as long as such protection does not conflict with the first law.</a:t>
            </a:r>
          </a:p>
        </p:txBody>
      </p:sp>
    </p:spTree>
    <p:extLst>
      <p:ext uri="{BB962C8B-B14F-4D97-AF65-F5344CB8AC3E}">
        <p14:creationId xmlns:p14="http://schemas.microsoft.com/office/powerpoint/2010/main" val="1053363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Types of robots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eriod"/>
            </a:pPr>
            <a:r>
              <a:rPr lang="en-IN" b="1" dirty="0"/>
              <a:t>Industrial Robots</a:t>
            </a:r>
          </a:p>
          <a:p>
            <a:pPr marL="525780" indent="-457200">
              <a:buFont typeface="+mj-lt"/>
              <a:buAutoNum type="arabicPeriod"/>
            </a:pPr>
            <a:r>
              <a:rPr lang="en-IN" b="1" dirty="0"/>
              <a:t>Mobile Robots</a:t>
            </a:r>
          </a:p>
          <a:p>
            <a:pPr marL="525780" indent="-457200">
              <a:buFont typeface="+mj-lt"/>
              <a:buAutoNum type="arabicPeriod"/>
            </a:pPr>
            <a:r>
              <a:rPr lang="en-IN" b="1" dirty="0"/>
              <a:t>Educational Robots</a:t>
            </a:r>
          </a:p>
          <a:p>
            <a:pPr marL="525780" indent="-457200">
              <a:buFont typeface="+mj-lt"/>
              <a:buAutoNum type="arabicPeriod"/>
            </a:pPr>
            <a:r>
              <a:rPr lang="en-IN" b="1" dirty="0"/>
              <a:t>Domestic Robots</a:t>
            </a:r>
          </a:p>
          <a:p>
            <a:pPr marL="6858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92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Industrial Robots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Various works such as Welding, material Handling, Improving Productivity, Inspection are carried out by robots.</a:t>
            </a:r>
          </a:p>
          <a:p>
            <a:r>
              <a:rPr lang="en-GB" dirty="0"/>
              <a:t>There are various types of industrial robots as below:</a:t>
            </a:r>
          </a:p>
          <a:p>
            <a:pPr lvl="2"/>
            <a:r>
              <a:rPr lang="en-GB" dirty="0"/>
              <a:t>Articulated</a:t>
            </a:r>
          </a:p>
          <a:p>
            <a:pPr lvl="2"/>
            <a:r>
              <a:rPr lang="en-GB" dirty="0"/>
              <a:t>Cartesian</a:t>
            </a:r>
          </a:p>
          <a:p>
            <a:pPr lvl="2"/>
            <a:r>
              <a:rPr lang="en-GB" dirty="0"/>
              <a:t>Cylindrical</a:t>
            </a:r>
          </a:p>
          <a:p>
            <a:pPr lvl="2"/>
            <a:r>
              <a:rPr lang="en-GB" dirty="0"/>
              <a:t>Polar</a:t>
            </a:r>
          </a:p>
          <a:p>
            <a:pPr lvl="2"/>
            <a:r>
              <a:rPr lang="en-GB" dirty="0"/>
              <a:t>SCARA</a:t>
            </a:r>
          </a:p>
          <a:p>
            <a:pPr lvl="2"/>
            <a:r>
              <a:rPr lang="en-GB" dirty="0"/>
              <a:t>Delta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6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Mobile Robots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Robots that move around legs, tracks or wheels. There are types of robots that can even handle radio active material. </a:t>
            </a:r>
          </a:p>
          <a:p>
            <a:r>
              <a:rPr lang="en-GB" dirty="0"/>
              <a:t>Types of mobile robots are</a:t>
            </a:r>
          </a:p>
          <a:p>
            <a:pPr lvl="3"/>
            <a:r>
              <a:rPr lang="en-GB" dirty="0"/>
              <a:t>Land based wheeled, tracked, legged robots</a:t>
            </a:r>
          </a:p>
          <a:p>
            <a:pPr lvl="3"/>
            <a:r>
              <a:rPr lang="en-GB" dirty="0"/>
              <a:t>Air based robots –plane, Helicopter</a:t>
            </a:r>
          </a:p>
          <a:p>
            <a:pPr lvl="3"/>
            <a:r>
              <a:rPr lang="en-GB" dirty="0"/>
              <a:t>Water based – Submarines</a:t>
            </a:r>
          </a:p>
          <a:p>
            <a:pPr lvl="3"/>
            <a:r>
              <a:rPr lang="en-GB" dirty="0"/>
              <a:t>Combinational robots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72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Educational Robots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Robots that are used in education. They are abled to bring schools to students who cannot be able to present Physically. </a:t>
            </a:r>
          </a:p>
          <a:p>
            <a:r>
              <a:rPr lang="en-GB" dirty="0"/>
              <a:t>Types of educational robots are:</a:t>
            </a:r>
          </a:p>
          <a:p>
            <a:pPr lvl="2"/>
            <a:r>
              <a:rPr lang="en-GB" dirty="0"/>
              <a:t>Root</a:t>
            </a:r>
          </a:p>
          <a:p>
            <a:pPr lvl="2"/>
            <a:r>
              <a:rPr lang="en-GB" dirty="0" err="1"/>
              <a:t>Cubelets</a:t>
            </a:r>
            <a:endParaRPr lang="en-GB" dirty="0"/>
          </a:p>
          <a:p>
            <a:pPr lvl="2"/>
            <a:r>
              <a:rPr lang="en-GB" dirty="0"/>
              <a:t>Dash and dot</a:t>
            </a:r>
          </a:p>
          <a:p>
            <a:pPr lvl="2"/>
            <a:r>
              <a:rPr lang="en-GB" dirty="0" err="1"/>
              <a:t>Ozobot</a:t>
            </a:r>
            <a:r>
              <a:rPr lang="en-GB" dirty="0"/>
              <a:t> bit</a:t>
            </a:r>
          </a:p>
          <a:p>
            <a:pPr lvl="2"/>
            <a:r>
              <a:rPr lang="en-GB" dirty="0" err="1"/>
              <a:t>Mbot</a:t>
            </a:r>
            <a:r>
              <a:rPr lang="en-GB" dirty="0"/>
              <a:t>  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24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Domestic Robots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two types one is to perform household tasks and the other one is modern toy that performs tasks like talking, walking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92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Advantages of Robotics: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 human intervention.</a:t>
            </a:r>
          </a:p>
          <a:p>
            <a:r>
              <a:rPr lang="en-GB" dirty="0"/>
              <a:t>Faster, precise and accurate.</a:t>
            </a:r>
          </a:p>
          <a:p>
            <a:r>
              <a:rPr lang="en-GB" dirty="0"/>
              <a:t>They can work 24*7 , so productivity increases.</a:t>
            </a:r>
          </a:p>
          <a:p>
            <a:r>
              <a:rPr lang="en-GB" dirty="0"/>
              <a:t>They can perform multitasking. So manpower gets reduced.</a:t>
            </a:r>
          </a:p>
          <a:p>
            <a:r>
              <a:rPr lang="en-GB" dirty="0"/>
              <a:t>They work in dangerous tasks, the risk of human health and safety is reduced.</a:t>
            </a:r>
          </a:p>
          <a:p>
            <a:r>
              <a:rPr lang="en-GB" dirty="0"/>
              <a:t>There is minimal risk if any failure occurs.</a:t>
            </a:r>
          </a:p>
        </p:txBody>
      </p:sp>
    </p:spTree>
    <p:extLst>
      <p:ext uri="{BB962C8B-B14F-4D97-AF65-F5344CB8AC3E}">
        <p14:creationId xmlns:p14="http://schemas.microsoft.com/office/powerpoint/2010/main" val="3417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Disadvantages of Robotics: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There are replacing human beings in many places which leads to widespread unemployment.</a:t>
            </a:r>
          </a:p>
          <a:p>
            <a:r>
              <a:rPr lang="en-GB" dirty="0"/>
              <a:t>They are costly to built.</a:t>
            </a:r>
          </a:p>
          <a:p>
            <a:r>
              <a:rPr lang="en-GB" dirty="0"/>
              <a:t>There is lack of emotions and conscience.</a:t>
            </a:r>
          </a:p>
          <a:p>
            <a:r>
              <a:rPr lang="en-GB" dirty="0"/>
              <a:t>They don’t have on the spot decision making capability, they act only as they programmed. When an unexpected situation arises it would be difficult for a robot to go through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527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Future prospects of robotics: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Many industries have started using robotic technology such as automotive, defence, pharmaceuticals , textiles, atomic energy etc. experts says that a moment may come when robots becomes smarter than humans.</a:t>
            </a:r>
          </a:p>
          <a:p>
            <a:r>
              <a:rPr lang="en-GB" dirty="0"/>
              <a:t>At present robots can rotate base of arm, bend elbow, rotate wrist etc. In future it may look, feel and act like humans. </a:t>
            </a:r>
          </a:p>
          <a:p>
            <a:r>
              <a:rPr lang="en-GB" dirty="0"/>
              <a:t>Realistic looking skins and hair can be fitted which allows the robot to react naturally in the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268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256" y="2708920"/>
            <a:ext cx="7024744" cy="1143000"/>
          </a:xfrm>
        </p:spPr>
        <p:txBody>
          <a:bodyPr/>
          <a:lstStyle/>
          <a:p>
            <a:r>
              <a:rPr lang="en-IN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050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44</TotalTime>
  <Words>624</Words>
  <Application>Microsoft Office PowerPoint</Application>
  <PresentationFormat>On-screen Show (4:3)</PresentationFormat>
  <Paragraphs>68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Austin</vt:lpstr>
      <vt:lpstr>Basics of Robotics</vt:lpstr>
      <vt:lpstr>What is robotics?</vt:lpstr>
      <vt:lpstr>Contd..</vt:lpstr>
      <vt:lpstr>Why robotics ?</vt:lpstr>
      <vt:lpstr>Contd..</vt:lpstr>
      <vt:lpstr>Laws of robotics:</vt:lpstr>
      <vt:lpstr>Types of robots ?</vt:lpstr>
      <vt:lpstr>Industrial Robots</vt:lpstr>
      <vt:lpstr>Mobile Robots</vt:lpstr>
      <vt:lpstr>Educational Robots</vt:lpstr>
      <vt:lpstr>Domestic Robots</vt:lpstr>
      <vt:lpstr>Advantages of Robotics:</vt:lpstr>
      <vt:lpstr>Disadvantages of Robotics:</vt:lpstr>
      <vt:lpstr>Future prospects of robotics: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Robotics</dc:title>
  <dc:creator>Windows User</dc:creator>
  <cp:lastModifiedBy>Febin Suresh</cp:lastModifiedBy>
  <cp:revision>4</cp:revision>
  <dcterms:created xsi:type="dcterms:W3CDTF">2020-07-10T16:17:54Z</dcterms:created>
  <dcterms:modified xsi:type="dcterms:W3CDTF">2023-11-23T15:33:24Z</dcterms:modified>
</cp:coreProperties>
</file>